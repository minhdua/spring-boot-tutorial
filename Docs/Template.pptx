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B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25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860C-02E3-4EC0-9038-3B965AAC66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DBB329-3FFD-412B-A139-59F4D4B164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F4C00-14F0-4A69-89E5-0496A2E5B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D2AE0-D353-4309-91CC-460E91BD3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F7927-FB8E-456A-AA00-10B2C9DC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27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C682F-6E31-422B-ABE8-AB31CE03F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4D42E-20F6-403A-AEA4-1EC3A990A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150AE-5278-4774-85D6-D84A4B727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35B92-F59B-436B-B3B3-999F01F4D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82376-CE94-4AA0-AD74-96E9A38D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731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4FC98-FBC0-46AE-A24B-2F2D58CE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17FD53-4C1B-4C73-930F-B25D7DBDA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768FE-735C-4FFD-B008-1084CBC5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7AEBE-2D82-4787-A708-0FAC896D7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68DFF-2CFE-4A1C-AA3D-096C8247F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653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9BBCF-DC33-4D23-93B9-502DCF15A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C839-B688-44C6-BE3B-45CBA9DF6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845B14-08ED-464C-B417-28DA98973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5B9A58-DA88-49E4-AF6A-A99B32A3D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5CA54-9822-404A-8A86-34AC9DD40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680451-19E5-4137-A245-A9A0FE7A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121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048-39D8-4C56-A5DD-D33E76C31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F85D1-E225-4A39-AE7A-5AFC81EEA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02F90-1968-4750-BF82-362E195D3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62A559-5B68-4B06-BD4B-E2FA567F7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82A1CD-C5D9-479B-A7A0-59E6341FE2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5417B2-2AAE-46FD-B0E0-3A84804EB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155A83-C57E-4818-973F-C999BFB53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AAA2A9-8540-4C5F-9304-1E79AB23D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36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77596-0C17-463C-8883-54AC41437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20F2B6-5B29-4BF8-A74B-35FED5BE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85FC25-2661-48BC-BF2D-0560B3A41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F2D471-5CD0-437D-ADB2-9FBCADFBF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459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707D4A-20D3-4034-B551-1858D5E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0B8F-9947-4184-B212-AF867423C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6EC40-3521-4184-A6C5-71290861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40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B98BF-8B2F-405A-BFBE-5A5ABFFC1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C1BD1-4750-4F6A-B444-8D4B46E58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6A675-6BA6-4489-AD75-A82C2EEFAE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ED89BF-51CA-4ED8-9CE0-A28831D05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6C82CD-6DFF-4D20-937B-F9E6EF9F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D4BA6D-FBD3-4B89-91A9-B314CDBF5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22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36E64-ABF7-4D40-9954-65E8E77BA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B96E20-3E49-4ED5-8503-7165F2C72F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CF3715-470A-4B13-90E9-2F0A37E38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0FB11-7067-4BC5-8BC6-7AF304AB4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CE132-50CE-4B34-A3A4-ACA28738F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F996BD-CE33-44F2-B82B-6E28A2D63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121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7C4DF-F24D-477D-99FF-A5496339B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908911-C4DE-461D-996D-30CE72081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E1FB7-C9DB-43B4-9C3A-A591633AB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CA71-5884-43F0-B9AC-8AC7C9912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611DA-B3C8-4ECC-AADB-5BBAABE4D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25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4FCFFB-FC30-4F36-A29F-67D0B41681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6CFD43-8F6C-403A-9E40-0516CB708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2F345-7957-422D-8EE5-81649AB55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CC92D-DF93-4592-86D9-714C89BDF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0FE4F-C684-4C34-8B35-65049BC81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63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726147-1465-4F91-A467-2E8A20FCF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9639B-0789-4CD1-B751-EA1AC93B4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E99BD7-EE64-46F5-A1F2-B9AE330D98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37559-FA92-4AC1-B1B1-B69135977339}" type="datetimeFigureOut">
              <a:rPr lang="en-US" smtClean="0"/>
              <a:t>4/22/2021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24930-E0EB-44FA-BE6A-C0CBF0DF95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19D03-30EF-458E-9E14-DF2B87E2B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480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72802" y="259008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/>
                <a:t>1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69" name="Content Placeholder 68">
            <a:extLst>
              <a:ext uri="{FF2B5EF4-FFF2-40B4-BE49-F238E27FC236}">
                <a16:creationId xmlns:a16="http://schemas.microsoft.com/office/drawing/2014/main" id="{78B73818-66FE-459B-B30D-9E1B5BA1FD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6311" y="2052995"/>
            <a:ext cx="2169518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70" name="Content Placeholder 69">
            <a:extLst>
              <a:ext uri="{FF2B5EF4-FFF2-40B4-BE49-F238E27FC236}">
                <a16:creationId xmlns:a16="http://schemas.microsoft.com/office/drawing/2014/main" id="{9D984198-E2CA-4F21-94E9-2DEB19D29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824810" y="1637930"/>
            <a:ext cx="8453315" cy="5127262"/>
          </a:xfrm>
        </p:spPr>
        <p:txBody>
          <a:bodyPr/>
          <a:lstStyle/>
          <a:p>
            <a:endParaRPr lang="en-US"/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183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</TotalTime>
  <Words>4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MY-PC</dc:creator>
  <cp:lastModifiedBy>MY-PC</cp:lastModifiedBy>
  <cp:revision>11</cp:revision>
  <dcterms:created xsi:type="dcterms:W3CDTF">2021-04-22T03:04:15Z</dcterms:created>
  <dcterms:modified xsi:type="dcterms:W3CDTF">2021-04-22T05:29:17Z</dcterms:modified>
</cp:coreProperties>
</file>