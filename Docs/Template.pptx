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6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CD488"/>
    <a:srgbClr val="82C969"/>
    <a:srgbClr val="437E2E"/>
    <a:srgbClr val="62BB43"/>
    <a:srgbClr val="A1D68E"/>
    <a:srgbClr val="014B3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0" d="100"/>
          <a:sy n="70" d="100"/>
        </p:scale>
        <p:origin x="18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E3860C-02E3-4EC0-9038-3B965AAC66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5DBB329-3FFD-412B-A139-59F4D4B164E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BF4C00-14F0-4A69-89E5-0496A2E5B9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B37559-FA92-4AC1-B1B1-B69135977339}" type="datetimeFigureOut">
              <a:rPr lang="en-US" smtClean="0"/>
              <a:t>4/22/2021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DD2AE0-D353-4309-91CC-460E91BD34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CF7927-FB8E-456A-AA00-10B2C9DC76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56D370-64E0-4397-841B-B481DDA149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35270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2C682F-6E31-422B-ABE8-AB31CE03F4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94D42E-20F6-403A-AEA4-1EC3A990A7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2150AE-5278-4774-85D6-D84A4B727A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B37559-FA92-4AC1-B1B1-B69135977339}" type="datetimeFigureOut">
              <a:rPr lang="en-US" smtClean="0"/>
              <a:t>4/22/2021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535B92-F59B-436B-B3B3-999F01F4D0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082376-CE94-4AA0-AD74-96E9A38DB3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56D370-64E0-4397-841B-B481DDA149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47317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C4FC98-FBC0-46AE-A24B-2F2D58CE6C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17FD53-4C1B-4C73-930F-B25D7DBDA0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D768FE-735C-4FFD-B008-1084CBC5DD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B37559-FA92-4AC1-B1B1-B69135977339}" type="datetimeFigureOut">
              <a:rPr lang="en-US" smtClean="0"/>
              <a:t>4/22/2021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07AEBE-2D82-4787-A708-0FAC896D7F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E68DFF-2CFE-4A1C-AA3D-096C8247FB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56D370-64E0-4397-841B-B481DDA149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06532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79BBCF-DC33-4D23-93B9-502DCF15A9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ECC839-B688-44C6-BE3B-45CBA9DF6EE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7845B14-08ED-464C-B417-28DA98973C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45B9A58-DA88-49E4-AF6A-A99B32A3D7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B37559-FA92-4AC1-B1B1-B69135977339}" type="datetimeFigureOut">
              <a:rPr lang="en-US" smtClean="0"/>
              <a:t>4/22/2021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35CA54-9822-404A-8A86-34AC9DD408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680451-19E5-4137-A245-A9A0FE7A50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56D370-64E0-4397-841B-B481DDA149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71212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3F9048-39D8-4C56-A5DD-D33E76C311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BF85D1-E225-4A39-AE7A-5AFC81EEA2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DD02F90-1968-4750-BF82-362E195D3E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62A559-5B68-4B06-BD4B-E2FA567F772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982A1CD-C5D9-479B-A7A0-59E6341FE2D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5417B2-2AAE-46FD-B0E0-3A84804EB3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B37559-FA92-4AC1-B1B1-B69135977339}" type="datetimeFigureOut">
              <a:rPr lang="en-US" smtClean="0"/>
              <a:t>4/22/2021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C155A83-C57E-4818-973F-C999BFB538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EAAA2A9-8540-4C5F-9304-1E79AB23DB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56D370-64E0-4397-841B-B481DDA149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28365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577596-0C17-463C-8883-54AC414379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920F2B6-5B29-4BF8-A74B-35FED5BEDE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B37559-FA92-4AC1-B1B1-B69135977339}" type="datetimeFigureOut">
              <a:rPr lang="en-US" smtClean="0"/>
              <a:t>4/22/2021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185FC25-2661-48BC-BF2D-0560B3A41F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5F2D471-5CD0-437D-ADB2-9FBCADFBFC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56D370-64E0-4397-841B-B481DDA149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44595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E707D4A-20D3-4034-B551-1858D5E7FB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B37559-FA92-4AC1-B1B1-B69135977339}" type="datetimeFigureOut">
              <a:rPr lang="en-US" smtClean="0"/>
              <a:t>4/22/2021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48A0B8F-9947-4184-B212-AF867423C4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06EC40-3521-4184-A6C5-7129086155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56D370-64E0-4397-841B-B481DDA149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13406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0B98BF-8B2F-405A-BFBE-5A5ABFFC1D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0C1BD1-4750-4F6A-B444-8D4B46E580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EB6A675-6BA6-4489-AD75-A82C2EEFAE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BED89BF-51CA-4ED8-9CE0-A28831D05A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B37559-FA92-4AC1-B1B1-B69135977339}" type="datetimeFigureOut">
              <a:rPr lang="en-US" smtClean="0"/>
              <a:t>4/22/2021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6C82CD-6DFF-4D20-937B-F9E6EF9FC3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D4BA6D-FBD3-4B89-91A9-B314CDBF52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56D370-64E0-4397-841B-B481DDA149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12222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336E64-ABF7-4D40-9954-65E8E77BA1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EB96E20-3E49-4ED5-8503-7165F2C72FF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3CF3715-470A-4B13-90E9-2F0A37E38A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9C0FB11-7067-4BC5-8BC6-7AF304AB4C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B37559-FA92-4AC1-B1B1-B69135977339}" type="datetimeFigureOut">
              <a:rPr lang="en-US" smtClean="0"/>
              <a:t>4/22/2021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4CE132-50CE-4B34-A3A4-ACA28738F1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F996BD-CE33-44F2-B82B-6E28A2D632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56D370-64E0-4397-841B-B481DDA149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01212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17C4DF-F24D-477D-99FF-A5496339BF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F908911-C4DE-461D-996D-30CE720813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DE1FB7-C9DB-43B4-9C3A-A591633ABD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B37559-FA92-4AC1-B1B1-B69135977339}" type="datetimeFigureOut">
              <a:rPr lang="en-US" smtClean="0"/>
              <a:t>4/22/2021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37CA71-5884-43F0-B9AC-8AC7C99123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C611DA-B3C8-4ECC-AADB-5BBAABE4D4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56D370-64E0-4397-841B-B481DDA149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82524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04FCFFB-FC30-4F36-A29F-67D0B416817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76CFD43-8F6C-403A-9E40-0516CB7089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B2F345-7957-422D-8EE5-81649AB55E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B37559-FA92-4AC1-B1B1-B69135977339}" type="datetimeFigureOut">
              <a:rPr lang="en-US" smtClean="0"/>
              <a:t>4/22/2021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3CC92D-DF93-4592-86D9-714C89BDFD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50FE4F-C684-4C34-8B35-65049BC813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56D370-64E0-4397-841B-B481DDA149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92637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8726147-1465-4F91-A467-2E8A20FCF4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09639B-0789-4CD1-B751-EA1AC93B49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E99BD7-EE64-46F5-A1F2-B9AE330D980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B37559-FA92-4AC1-B1B1-B69135977339}" type="datetimeFigureOut">
              <a:rPr lang="en-US" smtClean="0"/>
              <a:t>4/22/2021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824930-E0EB-44FA-BE6A-C0CBF0DF954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219D03-30EF-458E-9E14-DF2B87E2BBF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56D370-64E0-4397-841B-B481DDA149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44806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9ACAE1F0-C9D2-41CC-97D4-17C06648FDD4}"/>
              </a:ext>
            </a:extLst>
          </p:cNvPr>
          <p:cNvSpPr/>
          <p:nvPr/>
        </p:nvSpPr>
        <p:spPr>
          <a:xfrm>
            <a:off x="3354229" y="1813904"/>
            <a:ext cx="7930535" cy="2382684"/>
          </a:xfrm>
          <a:prstGeom prst="roundRect">
            <a:avLst/>
          </a:prstGeom>
          <a:solidFill>
            <a:srgbClr val="437E2E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E66EB7E-4FB3-459B-B96E-B80F3E936A9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57763" y="2040669"/>
            <a:ext cx="7523465" cy="1952800"/>
          </a:xfrm>
        </p:spPr>
        <p:txBody>
          <a:bodyPr/>
          <a:lstStyle/>
          <a:p>
            <a:endParaRPr lang="en-US">
              <a:solidFill>
                <a:schemeClr val="bg1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9458FBE-042F-4A80-A3A2-556A4B29374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95068" y="4452098"/>
            <a:ext cx="3989696" cy="1219067"/>
          </a:xfrm>
        </p:spPr>
        <p:txBody>
          <a:bodyPr>
            <a:normAutofit/>
          </a:bodyPr>
          <a:lstStyle/>
          <a:p>
            <a:pPr algn="l"/>
            <a:r>
              <a:rPr lang="en-US" sz="1800">
                <a:solidFill>
                  <a:schemeClr val="accent1">
                    <a:lumMod val="75000"/>
                  </a:schemeClr>
                </a:solidFill>
              </a:rPr>
              <a:t>Present: Nguyễn Văn A</a:t>
            </a:r>
          </a:p>
          <a:p>
            <a:pPr algn="l"/>
            <a:r>
              <a:rPr lang="en-US" sz="1800">
                <a:solidFill>
                  <a:schemeClr val="accent1">
                    <a:lumMod val="75000"/>
                  </a:schemeClr>
                </a:solidFill>
              </a:rPr>
              <a:t>Demo: Nguyễn Văn B</a:t>
            </a:r>
          </a:p>
          <a:p>
            <a:pPr algn="l"/>
            <a:r>
              <a:rPr lang="en-US" sz="1800">
                <a:solidFill>
                  <a:schemeClr val="accent1">
                    <a:lumMod val="75000"/>
                  </a:schemeClr>
                </a:solidFill>
              </a:rPr>
              <a:t>Collection: Nguyễn Văn C</a:t>
            </a: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2DC185D3-DD97-4131-9AA4-365C1834CAA9}"/>
              </a:ext>
            </a:extLst>
          </p:cNvPr>
          <p:cNvSpPr/>
          <p:nvPr/>
        </p:nvSpPr>
        <p:spPr>
          <a:xfrm>
            <a:off x="0" y="0"/>
            <a:ext cx="2478157" cy="6858000"/>
          </a:xfrm>
          <a:custGeom>
            <a:avLst/>
            <a:gdLst>
              <a:gd name="connsiteX0" fmla="*/ 2414919 w 2478157"/>
              <a:gd name="connsiteY0" fmla="*/ 1182062 h 6858000"/>
              <a:gd name="connsiteX1" fmla="*/ 363913 w 2478157"/>
              <a:gd name="connsiteY1" fmla="*/ 3241518 h 6858000"/>
              <a:gd name="connsiteX2" fmla="*/ 2305991 w 2478157"/>
              <a:gd name="connsiteY2" fmla="*/ 5403995 h 6858000"/>
              <a:gd name="connsiteX3" fmla="*/ 2311817 w 2478157"/>
              <a:gd name="connsiteY3" fmla="*/ 5332662 h 6858000"/>
              <a:gd name="connsiteX4" fmla="*/ 435459 w 2478157"/>
              <a:gd name="connsiteY4" fmla="*/ 3243362 h 6858000"/>
              <a:gd name="connsiteX5" fmla="*/ 2417058 w 2478157"/>
              <a:gd name="connsiteY5" fmla="*/ 1253600 h 6858000"/>
              <a:gd name="connsiteX6" fmla="*/ 0 w 2478157"/>
              <a:gd name="connsiteY6" fmla="*/ 0 h 6858000"/>
              <a:gd name="connsiteX7" fmla="*/ 2478157 w 2478157"/>
              <a:gd name="connsiteY7" fmla="*/ 0 h 6858000"/>
              <a:gd name="connsiteX8" fmla="*/ 2478157 w 2478157"/>
              <a:gd name="connsiteY8" fmla="*/ 1413910 h 6858000"/>
              <a:gd name="connsiteX9" fmla="*/ 636105 w 2478157"/>
              <a:gd name="connsiteY9" fmla="*/ 3255962 h 6858000"/>
              <a:gd name="connsiteX10" fmla="*/ 2478157 w 2478157"/>
              <a:gd name="connsiteY10" fmla="*/ 5098014 h 6858000"/>
              <a:gd name="connsiteX11" fmla="*/ 2478157 w 2478157"/>
              <a:gd name="connsiteY11" fmla="*/ 6858000 h 6858000"/>
              <a:gd name="connsiteX12" fmla="*/ 0 w 2478157"/>
              <a:gd name="connsiteY12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478157" h="6858000">
                <a:moveTo>
                  <a:pt x="2414919" y="1182062"/>
                </a:moveTo>
                <a:cubicBezTo>
                  <a:pt x="1293111" y="1215621"/>
                  <a:pt x="392859" y="2119581"/>
                  <a:pt x="363913" y="3241518"/>
                </a:cubicBezTo>
                <a:cubicBezTo>
                  <a:pt x="334966" y="4363454"/>
                  <a:pt x="1187406" y="5312634"/>
                  <a:pt x="2305991" y="5403995"/>
                </a:cubicBezTo>
                <a:lnTo>
                  <a:pt x="2311817" y="5332662"/>
                </a:lnTo>
                <a:cubicBezTo>
                  <a:pt x="1231085" y="5244392"/>
                  <a:pt x="407492" y="4327332"/>
                  <a:pt x="435459" y="3243362"/>
                </a:cubicBezTo>
                <a:cubicBezTo>
                  <a:pt x="463426" y="2159392"/>
                  <a:pt x="1333212" y="1286023"/>
                  <a:pt x="2417058" y="1253600"/>
                </a:cubicBezTo>
                <a:close/>
                <a:moveTo>
                  <a:pt x="0" y="0"/>
                </a:moveTo>
                <a:lnTo>
                  <a:pt x="2478157" y="0"/>
                </a:lnTo>
                <a:lnTo>
                  <a:pt x="2478157" y="1413910"/>
                </a:lnTo>
                <a:cubicBezTo>
                  <a:pt x="1460820" y="1413910"/>
                  <a:pt x="636105" y="2238625"/>
                  <a:pt x="636105" y="3255962"/>
                </a:cubicBezTo>
                <a:cubicBezTo>
                  <a:pt x="636105" y="4273299"/>
                  <a:pt x="1460820" y="5098014"/>
                  <a:pt x="2478157" y="5098014"/>
                </a:cubicBezTo>
                <a:lnTo>
                  <a:pt x="2478157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62BB4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046105B-FCAE-4B27-8CD3-C9AE3156BE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1654" y="2074916"/>
            <a:ext cx="2220036" cy="1996314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4C39C0C-FD15-4FC8-9B30-02B9573965F1}"/>
              </a:ext>
            </a:extLst>
          </p:cNvPr>
          <p:cNvSpPr txBox="1"/>
          <p:nvPr/>
        </p:nvSpPr>
        <p:spPr>
          <a:xfrm>
            <a:off x="1101797" y="4023286"/>
            <a:ext cx="182218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Spring Boot</a:t>
            </a: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C0AA48B8-B05B-4D93-8F10-B2F4EC39FED4}"/>
              </a:ext>
            </a:extLst>
          </p:cNvPr>
          <p:cNvGrpSpPr/>
          <p:nvPr/>
        </p:nvGrpSpPr>
        <p:grpSpPr>
          <a:xfrm>
            <a:off x="11420105" y="10013"/>
            <a:ext cx="864660" cy="6858000"/>
            <a:chOff x="11418977" y="1579875"/>
            <a:chExt cx="681387" cy="4661270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DCB2CE49-C4CC-421A-BACE-BB59401D7156}"/>
                </a:ext>
              </a:extLst>
            </p:cNvPr>
            <p:cNvSpPr/>
            <p:nvPr/>
          </p:nvSpPr>
          <p:spPr>
            <a:xfrm>
              <a:off x="11604306" y="1579875"/>
              <a:ext cx="391383" cy="4661270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FE26A2D4-C479-4A37-B431-E54BC32EF19B}"/>
                </a:ext>
              </a:extLst>
            </p:cNvPr>
            <p:cNvSpPr/>
            <p:nvPr/>
          </p:nvSpPr>
          <p:spPr>
            <a:xfrm rot="19906743" flipV="1">
              <a:off x="11418977" y="1968062"/>
              <a:ext cx="681387" cy="111006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96E2DE78-A774-4053-B979-A6475BF85A84}"/>
                </a:ext>
              </a:extLst>
            </p:cNvPr>
            <p:cNvSpPr/>
            <p:nvPr/>
          </p:nvSpPr>
          <p:spPr>
            <a:xfrm rot="19906743" flipV="1">
              <a:off x="11418977" y="2321137"/>
              <a:ext cx="681387" cy="111006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A3DF1379-DC92-4D06-B06B-7D1178C5BCC8}"/>
                </a:ext>
              </a:extLst>
            </p:cNvPr>
            <p:cNvSpPr/>
            <p:nvPr/>
          </p:nvSpPr>
          <p:spPr>
            <a:xfrm rot="19906743" flipV="1">
              <a:off x="11418977" y="2674211"/>
              <a:ext cx="681387" cy="111006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EF2E6FB5-415B-4811-A272-E79C7649FC41}"/>
                </a:ext>
              </a:extLst>
            </p:cNvPr>
            <p:cNvSpPr/>
            <p:nvPr/>
          </p:nvSpPr>
          <p:spPr>
            <a:xfrm rot="19906743" flipV="1">
              <a:off x="11418977" y="3027286"/>
              <a:ext cx="681387" cy="111006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9BF1D878-42D1-4A3B-B722-3EB2CB6E27BA}"/>
                </a:ext>
              </a:extLst>
            </p:cNvPr>
            <p:cNvSpPr/>
            <p:nvPr/>
          </p:nvSpPr>
          <p:spPr>
            <a:xfrm rot="19906743" flipV="1">
              <a:off x="11418977" y="3380360"/>
              <a:ext cx="681387" cy="111006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B34E6821-D1E2-44D0-8D05-1A326399F4C6}"/>
                </a:ext>
              </a:extLst>
            </p:cNvPr>
            <p:cNvSpPr/>
            <p:nvPr/>
          </p:nvSpPr>
          <p:spPr>
            <a:xfrm rot="19906743" flipV="1">
              <a:off x="11418977" y="3733435"/>
              <a:ext cx="681387" cy="111006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9D8BB4E8-A8AD-4D3F-B19B-0F30DD69CC35}"/>
                </a:ext>
              </a:extLst>
            </p:cNvPr>
            <p:cNvSpPr/>
            <p:nvPr/>
          </p:nvSpPr>
          <p:spPr>
            <a:xfrm rot="19906743" flipV="1">
              <a:off x="11418977" y="4086509"/>
              <a:ext cx="681387" cy="111006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5522C316-C470-467E-AF93-0D1140C90CA1}"/>
                </a:ext>
              </a:extLst>
            </p:cNvPr>
            <p:cNvSpPr/>
            <p:nvPr/>
          </p:nvSpPr>
          <p:spPr>
            <a:xfrm rot="19906743" flipV="1">
              <a:off x="11418977" y="4439584"/>
              <a:ext cx="681387" cy="111006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8F38B5FC-9761-42CA-AE85-236FC2632969}"/>
                </a:ext>
              </a:extLst>
            </p:cNvPr>
            <p:cNvSpPr/>
            <p:nvPr/>
          </p:nvSpPr>
          <p:spPr>
            <a:xfrm rot="19906743" flipV="1">
              <a:off x="11418977" y="4792658"/>
              <a:ext cx="681387" cy="111006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7C5813BF-DBFF-4B1F-A88A-D05CEE50C831}"/>
                </a:ext>
              </a:extLst>
            </p:cNvPr>
            <p:cNvSpPr/>
            <p:nvPr/>
          </p:nvSpPr>
          <p:spPr>
            <a:xfrm rot="19906743" flipV="1">
              <a:off x="11418977" y="5145733"/>
              <a:ext cx="681387" cy="111006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F2D92BD1-1D61-4BA2-B617-E0453B778E20}"/>
                </a:ext>
              </a:extLst>
            </p:cNvPr>
            <p:cNvSpPr/>
            <p:nvPr/>
          </p:nvSpPr>
          <p:spPr>
            <a:xfrm rot="19906743" flipV="1">
              <a:off x="11418977" y="5498807"/>
              <a:ext cx="681387" cy="111006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D071AE62-2D85-446E-902D-B149C5FECF5B}"/>
                </a:ext>
              </a:extLst>
            </p:cNvPr>
            <p:cNvSpPr/>
            <p:nvPr/>
          </p:nvSpPr>
          <p:spPr>
            <a:xfrm rot="19906743" flipV="1">
              <a:off x="11418977" y="5851882"/>
              <a:ext cx="681387" cy="111006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4" name="Diagonal Stripe 33">
            <a:extLst>
              <a:ext uri="{FF2B5EF4-FFF2-40B4-BE49-F238E27FC236}">
                <a16:creationId xmlns:a16="http://schemas.microsoft.com/office/drawing/2014/main" id="{DBC811D1-03C8-4F51-A0B5-174F7F2B4A8C}"/>
              </a:ext>
            </a:extLst>
          </p:cNvPr>
          <p:cNvSpPr/>
          <p:nvPr/>
        </p:nvSpPr>
        <p:spPr>
          <a:xfrm rot="3043583">
            <a:off x="4219405" y="3400131"/>
            <a:ext cx="5650450" cy="6888587"/>
          </a:xfrm>
          <a:prstGeom prst="diagStripe">
            <a:avLst>
              <a:gd name="adj" fmla="val 96760"/>
            </a:avLst>
          </a:prstGeom>
          <a:solidFill>
            <a:srgbClr val="9CD48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8" name="Diagonal Stripe 37">
            <a:extLst>
              <a:ext uri="{FF2B5EF4-FFF2-40B4-BE49-F238E27FC236}">
                <a16:creationId xmlns:a16="http://schemas.microsoft.com/office/drawing/2014/main" id="{2D50C728-F09F-4825-AF05-5101E40A5B36}"/>
              </a:ext>
            </a:extLst>
          </p:cNvPr>
          <p:cNvSpPr/>
          <p:nvPr/>
        </p:nvSpPr>
        <p:spPr>
          <a:xfrm rot="18561219" flipV="1">
            <a:off x="4263276" y="-3434281"/>
            <a:ext cx="5650450" cy="6888587"/>
          </a:xfrm>
          <a:prstGeom prst="diagStripe">
            <a:avLst>
              <a:gd name="adj" fmla="val 97163"/>
            </a:avLst>
          </a:prstGeom>
          <a:solidFill>
            <a:srgbClr val="9CD48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18620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A1B9A89-9645-4EC5-9203-09743E26AE9E}"/>
              </a:ext>
            </a:extLst>
          </p:cNvPr>
          <p:cNvSpPr/>
          <p:nvPr/>
        </p:nvSpPr>
        <p:spPr>
          <a:xfrm>
            <a:off x="105070" y="1637930"/>
            <a:ext cx="2397461" cy="5220065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E5DB3AB-8282-4E90-A158-BE65F7B23CEE}"/>
              </a:ext>
            </a:extLst>
          </p:cNvPr>
          <p:cNvSpPr/>
          <p:nvPr/>
        </p:nvSpPr>
        <p:spPr>
          <a:xfrm>
            <a:off x="11604306" y="1579875"/>
            <a:ext cx="391383" cy="4661270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7D566D48-948E-41A2-AFDB-0DCBB374475E}"/>
              </a:ext>
            </a:extLst>
          </p:cNvPr>
          <p:cNvGrpSpPr/>
          <p:nvPr/>
        </p:nvGrpSpPr>
        <p:grpSpPr>
          <a:xfrm>
            <a:off x="1531907" y="44726"/>
            <a:ext cx="9371316" cy="1450756"/>
            <a:chOff x="2689010" y="1056860"/>
            <a:chExt cx="7303129" cy="874642"/>
          </a:xfrm>
        </p:grpSpPr>
        <p:sp>
          <p:nvSpPr>
            <p:cNvPr id="11" name="Arrow: Pentagon 10">
              <a:extLst>
                <a:ext uri="{FF2B5EF4-FFF2-40B4-BE49-F238E27FC236}">
                  <a16:creationId xmlns:a16="http://schemas.microsoft.com/office/drawing/2014/main" id="{BFAD9A0C-FE99-44EB-B4C9-F54C2A378607}"/>
                </a:ext>
              </a:extLst>
            </p:cNvPr>
            <p:cNvSpPr/>
            <p:nvPr/>
          </p:nvSpPr>
          <p:spPr>
            <a:xfrm rot="10800000">
              <a:off x="2689010" y="1322097"/>
              <a:ext cx="861388" cy="371061"/>
            </a:xfrm>
            <a:prstGeom prst="homePlat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DA0881DC-BB5E-4731-9D62-C096ABB39EFB}"/>
                </a:ext>
              </a:extLst>
            </p:cNvPr>
            <p:cNvSpPr/>
            <p:nvPr/>
          </p:nvSpPr>
          <p:spPr>
            <a:xfrm>
              <a:off x="3061249" y="1056860"/>
              <a:ext cx="6930890" cy="874642"/>
            </a:xfrm>
            <a:prstGeom prst="roundRect">
              <a:avLst>
                <a:gd name="adj" fmla="val 24243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8" name="Oval 27">
            <a:extLst>
              <a:ext uri="{FF2B5EF4-FFF2-40B4-BE49-F238E27FC236}">
                <a16:creationId xmlns:a16="http://schemas.microsoft.com/office/drawing/2014/main" id="{2C4CB378-974E-4A09-80BB-92D8DD497A03}"/>
              </a:ext>
            </a:extLst>
          </p:cNvPr>
          <p:cNvSpPr/>
          <p:nvPr/>
        </p:nvSpPr>
        <p:spPr>
          <a:xfrm rot="19906743" flipV="1">
            <a:off x="11418977" y="1968062"/>
            <a:ext cx="681387" cy="11100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2E582411-7655-4F52-B46F-814F071D98AF}"/>
              </a:ext>
            </a:extLst>
          </p:cNvPr>
          <p:cNvSpPr/>
          <p:nvPr/>
        </p:nvSpPr>
        <p:spPr>
          <a:xfrm rot="19906743" flipV="1">
            <a:off x="11418977" y="2321137"/>
            <a:ext cx="681387" cy="11100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F330ECD8-5BE0-4A0C-BDD9-45AC1B39F4A7}"/>
              </a:ext>
            </a:extLst>
          </p:cNvPr>
          <p:cNvSpPr/>
          <p:nvPr/>
        </p:nvSpPr>
        <p:spPr>
          <a:xfrm rot="19906743" flipV="1">
            <a:off x="11418977" y="2674211"/>
            <a:ext cx="681387" cy="11100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0646008B-4D15-44FD-B164-ED81655F7046}"/>
              </a:ext>
            </a:extLst>
          </p:cNvPr>
          <p:cNvSpPr/>
          <p:nvPr/>
        </p:nvSpPr>
        <p:spPr>
          <a:xfrm rot="19906743" flipV="1">
            <a:off x="11418977" y="3027286"/>
            <a:ext cx="681387" cy="11100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2755262A-E8B8-4E36-BC16-6BA5858C8BA9}"/>
              </a:ext>
            </a:extLst>
          </p:cNvPr>
          <p:cNvSpPr/>
          <p:nvPr/>
        </p:nvSpPr>
        <p:spPr>
          <a:xfrm rot="19906743" flipV="1">
            <a:off x="11418977" y="3380360"/>
            <a:ext cx="681387" cy="11100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1CB17168-CF2E-465F-B731-0DCD4348B221}"/>
              </a:ext>
            </a:extLst>
          </p:cNvPr>
          <p:cNvSpPr/>
          <p:nvPr/>
        </p:nvSpPr>
        <p:spPr>
          <a:xfrm rot="19906743" flipV="1">
            <a:off x="11418977" y="3733435"/>
            <a:ext cx="681387" cy="11100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B0DB3D4B-BCF9-4D18-99F7-7BDD300D17E1}"/>
              </a:ext>
            </a:extLst>
          </p:cNvPr>
          <p:cNvSpPr/>
          <p:nvPr/>
        </p:nvSpPr>
        <p:spPr>
          <a:xfrm rot="19906743" flipV="1">
            <a:off x="11418977" y="4086509"/>
            <a:ext cx="681387" cy="11100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0192CF3C-4F91-4CAE-903B-7580E9D9795B}"/>
              </a:ext>
            </a:extLst>
          </p:cNvPr>
          <p:cNvSpPr/>
          <p:nvPr/>
        </p:nvSpPr>
        <p:spPr>
          <a:xfrm rot="19906743" flipV="1">
            <a:off x="11418977" y="4439584"/>
            <a:ext cx="681387" cy="11100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88E974EF-65DE-4FFB-ACF9-1866A967FA60}"/>
              </a:ext>
            </a:extLst>
          </p:cNvPr>
          <p:cNvSpPr/>
          <p:nvPr/>
        </p:nvSpPr>
        <p:spPr>
          <a:xfrm rot="19906743" flipV="1">
            <a:off x="11418977" y="4792658"/>
            <a:ext cx="681387" cy="11100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80A675EC-DC68-4170-B03C-CE0E31988781}"/>
              </a:ext>
            </a:extLst>
          </p:cNvPr>
          <p:cNvSpPr/>
          <p:nvPr/>
        </p:nvSpPr>
        <p:spPr>
          <a:xfrm rot="19906743" flipV="1">
            <a:off x="11418977" y="5145733"/>
            <a:ext cx="681387" cy="11100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6D94740D-0EA0-4E9F-A1F0-3BACAE17B2C5}"/>
              </a:ext>
            </a:extLst>
          </p:cNvPr>
          <p:cNvSpPr/>
          <p:nvPr/>
        </p:nvSpPr>
        <p:spPr>
          <a:xfrm rot="19906743" flipV="1">
            <a:off x="11418977" y="5498807"/>
            <a:ext cx="681387" cy="11100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15B7F545-184A-4375-8E05-75EF1D560599}"/>
              </a:ext>
            </a:extLst>
          </p:cNvPr>
          <p:cNvSpPr/>
          <p:nvPr/>
        </p:nvSpPr>
        <p:spPr>
          <a:xfrm rot="19906743" flipV="1">
            <a:off x="11418977" y="5851882"/>
            <a:ext cx="681387" cy="11100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Cylinder 42">
            <a:extLst>
              <a:ext uri="{FF2B5EF4-FFF2-40B4-BE49-F238E27FC236}">
                <a16:creationId xmlns:a16="http://schemas.microsoft.com/office/drawing/2014/main" id="{19AC5869-8564-4203-AEE2-F114D173C994}"/>
              </a:ext>
            </a:extLst>
          </p:cNvPr>
          <p:cNvSpPr/>
          <p:nvPr/>
        </p:nvSpPr>
        <p:spPr>
          <a:xfrm rot="5400000">
            <a:off x="1169751" y="464279"/>
            <a:ext cx="310329" cy="2657635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Cylinder 45">
            <a:extLst>
              <a:ext uri="{FF2B5EF4-FFF2-40B4-BE49-F238E27FC236}">
                <a16:creationId xmlns:a16="http://schemas.microsoft.com/office/drawing/2014/main" id="{A07C82B7-C1A8-4D60-94AA-2595EB4495A7}"/>
              </a:ext>
            </a:extLst>
          </p:cNvPr>
          <p:cNvSpPr/>
          <p:nvPr/>
        </p:nvSpPr>
        <p:spPr>
          <a:xfrm rot="5400000">
            <a:off x="1173653" y="5374018"/>
            <a:ext cx="310329" cy="2657635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2" name="Group 51">
            <a:extLst>
              <a:ext uri="{FF2B5EF4-FFF2-40B4-BE49-F238E27FC236}">
                <a16:creationId xmlns:a16="http://schemas.microsoft.com/office/drawing/2014/main" id="{1270D9EE-95DB-4ABD-BAE1-75520C717922}"/>
              </a:ext>
            </a:extLst>
          </p:cNvPr>
          <p:cNvGrpSpPr/>
          <p:nvPr/>
        </p:nvGrpSpPr>
        <p:grpSpPr>
          <a:xfrm>
            <a:off x="10905695" y="261391"/>
            <a:ext cx="1393371" cy="1017426"/>
            <a:chOff x="6705600" y="3312228"/>
            <a:chExt cx="1393371" cy="1017426"/>
          </a:xfrm>
        </p:grpSpPr>
        <p:pic>
          <p:nvPicPr>
            <p:cNvPr id="50" name="Picture 49">
              <a:extLst>
                <a:ext uri="{FF2B5EF4-FFF2-40B4-BE49-F238E27FC236}">
                  <a16:creationId xmlns:a16="http://schemas.microsoft.com/office/drawing/2014/main" id="{1A75FC65-15FE-438F-9A89-70B697B3FB5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89" r="122" b="338"/>
            <a:stretch>
              <a:fillRect/>
            </a:stretch>
          </p:blipFill>
          <p:spPr>
            <a:xfrm>
              <a:off x="6916078" y="3312228"/>
              <a:ext cx="786720" cy="706150"/>
            </a:xfrm>
            <a:custGeom>
              <a:avLst/>
              <a:gdLst>
                <a:gd name="connsiteX0" fmla="*/ 648644 w 2252663"/>
                <a:gd name="connsiteY0" fmla="*/ 0 h 2021962"/>
                <a:gd name="connsiteX1" fmla="*/ 1608347 w 2252663"/>
                <a:gd name="connsiteY1" fmla="*/ 0 h 2021962"/>
                <a:gd name="connsiteX2" fmla="*/ 1743075 w 2252663"/>
                <a:gd name="connsiteY2" fmla="*/ 83625 h 2021962"/>
                <a:gd name="connsiteX3" fmla="*/ 2252663 w 2252663"/>
                <a:gd name="connsiteY3" fmla="*/ 940875 h 2021962"/>
                <a:gd name="connsiteX4" fmla="*/ 2238375 w 2252663"/>
                <a:gd name="connsiteY4" fmla="*/ 1078987 h 2021962"/>
                <a:gd name="connsiteX5" fmla="*/ 1757363 w 2252663"/>
                <a:gd name="connsiteY5" fmla="*/ 1912425 h 2021962"/>
                <a:gd name="connsiteX6" fmla="*/ 1719263 w 2252663"/>
                <a:gd name="connsiteY6" fmla="*/ 1969575 h 2021962"/>
                <a:gd name="connsiteX7" fmla="*/ 1609725 w 2252663"/>
                <a:gd name="connsiteY7" fmla="*/ 2021962 h 2021962"/>
                <a:gd name="connsiteX8" fmla="*/ 657225 w 2252663"/>
                <a:gd name="connsiteY8" fmla="*/ 2017200 h 2021962"/>
                <a:gd name="connsiteX9" fmla="*/ 600075 w 2252663"/>
                <a:gd name="connsiteY9" fmla="*/ 1998150 h 2021962"/>
                <a:gd name="connsiteX10" fmla="*/ 500063 w 2252663"/>
                <a:gd name="connsiteY10" fmla="*/ 1941000 h 2021962"/>
                <a:gd name="connsiteX11" fmla="*/ 19050 w 2252663"/>
                <a:gd name="connsiteY11" fmla="*/ 1098037 h 2021962"/>
                <a:gd name="connsiteX12" fmla="*/ 0 w 2252663"/>
                <a:gd name="connsiteY12" fmla="*/ 1050412 h 2021962"/>
                <a:gd name="connsiteX13" fmla="*/ 19050 w 2252663"/>
                <a:gd name="connsiteY13" fmla="*/ 907537 h 2021962"/>
                <a:gd name="connsiteX14" fmla="*/ 495300 w 2252663"/>
                <a:gd name="connsiteY14" fmla="*/ 78862 h 2021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252663" h="2021962">
                  <a:moveTo>
                    <a:pt x="648644" y="0"/>
                  </a:moveTo>
                  <a:lnTo>
                    <a:pt x="1608347" y="0"/>
                  </a:lnTo>
                  <a:lnTo>
                    <a:pt x="1743075" y="83625"/>
                  </a:lnTo>
                  <a:lnTo>
                    <a:pt x="2252663" y="940875"/>
                  </a:lnTo>
                  <a:lnTo>
                    <a:pt x="2238375" y="1078987"/>
                  </a:lnTo>
                  <a:lnTo>
                    <a:pt x="1757363" y="1912425"/>
                  </a:lnTo>
                  <a:lnTo>
                    <a:pt x="1719263" y="1969575"/>
                  </a:lnTo>
                  <a:lnTo>
                    <a:pt x="1609725" y="2021962"/>
                  </a:lnTo>
                  <a:lnTo>
                    <a:pt x="657225" y="2017200"/>
                  </a:lnTo>
                  <a:lnTo>
                    <a:pt x="600075" y="1998150"/>
                  </a:lnTo>
                  <a:lnTo>
                    <a:pt x="500063" y="1941000"/>
                  </a:lnTo>
                  <a:lnTo>
                    <a:pt x="19050" y="1098037"/>
                  </a:lnTo>
                  <a:lnTo>
                    <a:pt x="0" y="1050412"/>
                  </a:lnTo>
                  <a:lnTo>
                    <a:pt x="19050" y="907537"/>
                  </a:lnTo>
                  <a:lnTo>
                    <a:pt x="495300" y="78862"/>
                  </a:lnTo>
                  <a:close/>
                </a:path>
              </a:pathLst>
            </a:custGeom>
          </p:spPr>
        </p:pic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931B8D3B-D03E-454F-8E21-83E68FB3E989}"/>
                </a:ext>
              </a:extLst>
            </p:cNvPr>
            <p:cNvSpPr txBox="1"/>
            <p:nvPr/>
          </p:nvSpPr>
          <p:spPr>
            <a:xfrm>
              <a:off x="6705600" y="3960322"/>
              <a:ext cx="139337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>
                  <a:ln w="0"/>
                  <a:solidFill>
                    <a:schemeClr val="accent1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rPr>
                <a:t>Spring Boot</a:t>
              </a:r>
            </a:p>
          </p:txBody>
        </p:sp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C9380A1F-D3A9-40D4-AD41-2F9C4B14EB40}"/>
              </a:ext>
            </a:extLst>
          </p:cNvPr>
          <p:cNvGrpSpPr/>
          <p:nvPr/>
        </p:nvGrpSpPr>
        <p:grpSpPr>
          <a:xfrm>
            <a:off x="90556" y="55721"/>
            <a:ext cx="1865109" cy="1450756"/>
            <a:chOff x="105067" y="49325"/>
            <a:chExt cx="1865109" cy="1450756"/>
          </a:xfrm>
        </p:grpSpPr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A7B85AAA-B69E-417B-B48D-7916F17616C9}"/>
                </a:ext>
              </a:extLst>
            </p:cNvPr>
            <p:cNvSpPr/>
            <p:nvPr/>
          </p:nvSpPr>
          <p:spPr>
            <a:xfrm>
              <a:off x="105067" y="49325"/>
              <a:ext cx="1865109" cy="1450756"/>
            </a:xfrm>
            <a:custGeom>
              <a:avLst/>
              <a:gdLst>
                <a:gd name="connsiteX0" fmla="*/ 690227 w 1865109"/>
                <a:gd name="connsiteY0" fmla="*/ 235412 h 1450756"/>
                <a:gd name="connsiteX1" fmla="*/ 225770 w 1865109"/>
                <a:gd name="connsiteY1" fmla="*/ 699869 h 1450756"/>
                <a:gd name="connsiteX2" fmla="*/ 690227 w 1865109"/>
                <a:gd name="connsiteY2" fmla="*/ 1164326 h 1450756"/>
                <a:gd name="connsiteX3" fmla="*/ 1154684 w 1865109"/>
                <a:gd name="connsiteY3" fmla="*/ 699869 h 1450756"/>
                <a:gd name="connsiteX4" fmla="*/ 690227 w 1865109"/>
                <a:gd name="connsiteY4" fmla="*/ 235412 h 1450756"/>
                <a:gd name="connsiteX5" fmla="*/ 287222 w 1865109"/>
                <a:gd name="connsiteY5" fmla="*/ 0 h 1450756"/>
                <a:gd name="connsiteX6" fmla="*/ 1577887 w 1865109"/>
                <a:gd name="connsiteY6" fmla="*/ 0 h 1450756"/>
                <a:gd name="connsiteX7" fmla="*/ 1865109 w 1865109"/>
                <a:gd name="connsiteY7" fmla="*/ 351706 h 1450756"/>
                <a:gd name="connsiteX8" fmla="*/ 1865109 w 1865109"/>
                <a:gd name="connsiteY8" fmla="*/ 384676 h 1450756"/>
                <a:gd name="connsiteX9" fmla="*/ 1620077 w 1865109"/>
                <a:gd name="connsiteY9" fmla="*/ 384676 h 1450756"/>
                <a:gd name="connsiteX10" fmla="*/ 1337351 w 1865109"/>
                <a:gd name="connsiteY10" fmla="*/ 730877 h 1450756"/>
                <a:gd name="connsiteX11" fmla="*/ 1620077 w 1865109"/>
                <a:gd name="connsiteY11" fmla="*/ 1077077 h 1450756"/>
                <a:gd name="connsiteX12" fmla="*/ 1865109 w 1865109"/>
                <a:gd name="connsiteY12" fmla="*/ 1077077 h 1450756"/>
                <a:gd name="connsiteX13" fmla="*/ 1865109 w 1865109"/>
                <a:gd name="connsiteY13" fmla="*/ 1099050 h 1450756"/>
                <a:gd name="connsiteX14" fmla="*/ 1577887 w 1865109"/>
                <a:gd name="connsiteY14" fmla="*/ 1450756 h 1450756"/>
                <a:gd name="connsiteX15" fmla="*/ 287222 w 1865109"/>
                <a:gd name="connsiteY15" fmla="*/ 1450756 h 1450756"/>
                <a:gd name="connsiteX16" fmla="*/ 0 w 1865109"/>
                <a:gd name="connsiteY16" fmla="*/ 1099050 h 1450756"/>
                <a:gd name="connsiteX17" fmla="*/ 0 w 1865109"/>
                <a:gd name="connsiteY17" fmla="*/ 351706 h 1450756"/>
                <a:gd name="connsiteX18" fmla="*/ 287222 w 1865109"/>
                <a:gd name="connsiteY18" fmla="*/ 0 h 14507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865109" h="1450756">
                  <a:moveTo>
                    <a:pt x="690227" y="235412"/>
                  </a:moveTo>
                  <a:cubicBezTo>
                    <a:pt x="433714" y="235412"/>
                    <a:pt x="225770" y="443356"/>
                    <a:pt x="225770" y="699869"/>
                  </a:cubicBezTo>
                  <a:cubicBezTo>
                    <a:pt x="225770" y="956382"/>
                    <a:pt x="433714" y="1164326"/>
                    <a:pt x="690227" y="1164326"/>
                  </a:cubicBezTo>
                  <a:cubicBezTo>
                    <a:pt x="946740" y="1164326"/>
                    <a:pt x="1154684" y="956382"/>
                    <a:pt x="1154684" y="699869"/>
                  </a:cubicBezTo>
                  <a:cubicBezTo>
                    <a:pt x="1154684" y="443356"/>
                    <a:pt x="946740" y="235412"/>
                    <a:pt x="690227" y="235412"/>
                  </a:cubicBezTo>
                  <a:close/>
                  <a:moveTo>
                    <a:pt x="287222" y="0"/>
                  </a:moveTo>
                  <a:lnTo>
                    <a:pt x="1577887" y="0"/>
                  </a:lnTo>
                  <a:cubicBezTo>
                    <a:pt x="1736516" y="0"/>
                    <a:pt x="1865109" y="157464"/>
                    <a:pt x="1865109" y="351706"/>
                  </a:cubicBezTo>
                  <a:lnTo>
                    <a:pt x="1865109" y="384676"/>
                  </a:lnTo>
                  <a:lnTo>
                    <a:pt x="1620077" y="384676"/>
                  </a:lnTo>
                  <a:lnTo>
                    <a:pt x="1337351" y="730877"/>
                  </a:lnTo>
                  <a:lnTo>
                    <a:pt x="1620077" y="1077077"/>
                  </a:lnTo>
                  <a:lnTo>
                    <a:pt x="1865109" y="1077077"/>
                  </a:lnTo>
                  <a:lnTo>
                    <a:pt x="1865109" y="1099050"/>
                  </a:lnTo>
                  <a:cubicBezTo>
                    <a:pt x="1865109" y="1293292"/>
                    <a:pt x="1736516" y="1450756"/>
                    <a:pt x="1577887" y="1450756"/>
                  </a:cubicBezTo>
                  <a:lnTo>
                    <a:pt x="287222" y="1450756"/>
                  </a:lnTo>
                  <a:cubicBezTo>
                    <a:pt x="128593" y="1450756"/>
                    <a:pt x="0" y="1293292"/>
                    <a:pt x="0" y="1099050"/>
                  </a:cubicBezTo>
                  <a:lnTo>
                    <a:pt x="0" y="351706"/>
                  </a:lnTo>
                  <a:cubicBezTo>
                    <a:pt x="0" y="157464"/>
                    <a:pt x="128593" y="0"/>
                    <a:pt x="287222" y="0"/>
                  </a:cubicBezTo>
                  <a:close/>
                </a:path>
              </a:pathLst>
            </a:cu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6" name="Flowchart: Connector 55">
              <a:extLst>
                <a:ext uri="{FF2B5EF4-FFF2-40B4-BE49-F238E27FC236}">
                  <a16:creationId xmlns:a16="http://schemas.microsoft.com/office/drawing/2014/main" id="{F9065FC1-31FC-438A-8916-CA8EF47600EF}"/>
                </a:ext>
              </a:extLst>
            </p:cNvPr>
            <p:cNvSpPr/>
            <p:nvPr/>
          </p:nvSpPr>
          <p:spPr>
            <a:xfrm>
              <a:off x="384602" y="331895"/>
              <a:ext cx="834598" cy="834598"/>
            </a:xfrm>
            <a:prstGeom prst="flowChartConnector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b="1"/>
                <a:t>1</a:t>
              </a:r>
            </a:p>
          </p:txBody>
        </p:sp>
      </p:grpSp>
      <p:sp>
        <p:nvSpPr>
          <p:cNvPr id="68" name="Title 67">
            <a:extLst>
              <a:ext uri="{FF2B5EF4-FFF2-40B4-BE49-F238E27FC236}">
                <a16:creationId xmlns:a16="http://schemas.microsoft.com/office/drawing/2014/main" id="{6887EAFF-1289-4109-8A83-BF44478C78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93257" y="92808"/>
            <a:ext cx="8366836" cy="1325563"/>
          </a:xfrm>
        </p:spPr>
        <p:txBody>
          <a:bodyPr/>
          <a:lstStyle/>
          <a:p>
            <a:endParaRPr lang="en-US" b="1">
              <a:solidFill>
                <a:schemeClr val="bg1"/>
              </a:solidFill>
            </a:endParaRPr>
          </a:p>
        </p:txBody>
      </p:sp>
      <p:sp>
        <p:nvSpPr>
          <p:cNvPr id="69" name="Content Placeholder 68">
            <a:extLst>
              <a:ext uri="{FF2B5EF4-FFF2-40B4-BE49-F238E27FC236}">
                <a16:creationId xmlns:a16="http://schemas.microsoft.com/office/drawing/2014/main" id="{78B73818-66FE-459B-B30D-9E1B5BA1FDC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96311" y="2052995"/>
            <a:ext cx="2169518" cy="4351338"/>
          </a:xfrm>
        </p:spPr>
        <p:txBody>
          <a:bodyPr/>
          <a:lstStyle/>
          <a:p>
            <a:endParaRPr lang="en-US"/>
          </a:p>
        </p:txBody>
      </p:sp>
      <p:sp>
        <p:nvSpPr>
          <p:cNvPr id="70" name="Content Placeholder 69">
            <a:extLst>
              <a:ext uri="{FF2B5EF4-FFF2-40B4-BE49-F238E27FC236}">
                <a16:creationId xmlns:a16="http://schemas.microsoft.com/office/drawing/2014/main" id="{9D984198-E2CA-4F21-94E9-2DEB19D298A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824810" y="1637930"/>
            <a:ext cx="8453315" cy="5127262"/>
          </a:xfrm>
        </p:spPr>
        <p:txBody>
          <a:bodyPr/>
          <a:lstStyle/>
          <a:p>
            <a:endParaRPr lang="en-US"/>
          </a:p>
        </p:txBody>
      </p:sp>
      <p:sp>
        <p:nvSpPr>
          <p:cNvPr id="71" name="Flowchart: Connector 70">
            <a:extLst>
              <a:ext uri="{FF2B5EF4-FFF2-40B4-BE49-F238E27FC236}">
                <a16:creationId xmlns:a16="http://schemas.microsoft.com/office/drawing/2014/main" id="{9B5D299D-3FFE-46F8-ADBD-4780A021C882}"/>
              </a:ext>
            </a:extLst>
          </p:cNvPr>
          <p:cNvSpPr/>
          <p:nvPr/>
        </p:nvSpPr>
        <p:spPr>
          <a:xfrm>
            <a:off x="11546132" y="6344833"/>
            <a:ext cx="478702" cy="478702"/>
          </a:xfrm>
          <a:prstGeom prst="flowChartConnector">
            <a:avLst/>
          </a:prstGeom>
          <a:solidFill>
            <a:srgbClr val="014B3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363F9A15-E631-4AF5-BEA1-974BCB067A5D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91830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2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2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8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9ACAE1F0-C9D2-41CC-97D4-17C06648FDD4}"/>
              </a:ext>
            </a:extLst>
          </p:cNvPr>
          <p:cNvSpPr/>
          <p:nvPr/>
        </p:nvSpPr>
        <p:spPr>
          <a:xfrm>
            <a:off x="3314639" y="2600767"/>
            <a:ext cx="7930535" cy="238268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E66EB7E-4FB3-459B-B96E-B80F3E936A9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18173" y="2691052"/>
            <a:ext cx="7523465" cy="1952800"/>
          </a:xfrm>
        </p:spPr>
        <p:txBody>
          <a:bodyPr>
            <a:normAutofit/>
          </a:bodyPr>
          <a:lstStyle/>
          <a:p>
            <a:r>
              <a:rPr lang="en-US" sz="7200" b="1">
                <a:solidFill>
                  <a:schemeClr val="bg1"/>
                </a:solidFill>
              </a:rPr>
              <a:t>THANK YOU</a:t>
            </a: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2DC185D3-DD97-4131-9AA4-365C1834CAA9}"/>
              </a:ext>
            </a:extLst>
          </p:cNvPr>
          <p:cNvSpPr/>
          <p:nvPr/>
        </p:nvSpPr>
        <p:spPr>
          <a:xfrm>
            <a:off x="0" y="0"/>
            <a:ext cx="2478157" cy="6858000"/>
          </a:xfrm>
          <a:custGeom>
            <a:avLst/>
            <a:gdLst>
              <a:gd name="connsiteX0" fmla="*/ 2414919 w 2478157"/>
              <a:gd name="connsiteY0" fmla="*/ 1182062 h 6858000"/>
              <a:gd name="connsiteX1" fmla="*/ 363913 w 2478157"/>
              <a:gd name="connsiteY1" fmla="*/ 3241518 h 6858000"/>
              <a:gd name="connsiteX2" fmla="*/ 2305991 w 2478157"/>
              <a:gd name="connsiteY2" fmla="*/ 5403995 h 6858000"/>
              <a:gd name="connsiteX3" fmla="*/ 2311817 w 2478157"/>
              <a:gd name="connsiteY3" fmla="*/ 5332662 h 6858000"/>
              <a:gd name="connsiteX4" fmla="*/ 435459 w 2478157"/>
              <a:gd name="connsiteY4" fmla="*/ 3243362 h 6858000"/>
              <a:gd name="connsiteX5" fmla="*/ 2417058 w 2478157"/>
              <a:gd name="connsiteY5" fmla="*/ 1253600 h 6858000"/>
              <a:gd name="connsiteX6" fmla="*/ 0 w 2478157"/>
              <a:gd name="connsiteY6" fmla="*/ 0 h 6858000"/>
              <a:gd name="connsiteX7" fmla="*/ 2478157 w 2478157"/>
              <a:gd name="connsiteY7" fmla="*/ 0 h 6858000"/>
              <a:gd name="connsiteX8" fmla="*/ 2478157 w 2478157"/>
              <a:gd name="connsiteY8" fmla="*/ 1413910 h 6858000"/>
              <a:gd name="connsiteX9" fmla="*/ 636105 w 2478157"/>
              <a:gd name="connsiteY9" fmla="*/ 3255962 h 6858000"/>
              <a:gd name="connsiteX10" fmla="*/ 2478157 w 2478157"/>
              <a:gd name="connsiteY10" fmla="*/ 5098014 h 6858000"/>
              <a:gd name="connsiteX11" fmla="*/ 2478157 w 2478157"/>
              <a:gd name="connsiteY11" fmla="*/ 6858000 h 6858000"/>
              <a:gd name="connsiteX12" fmla="*/ 0 w 2478157"/>
              <a:gd name="connsiteY12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478157" h="6858000">
                <a:moveTo>
                  <a:pt x="2414919" y="1182062"/>
                </a:moveTo>
                <a:cubicBezTo>
                  <a:pt x="1293111" y="1215621"/>
                  <a:pt x="392859" y="2119581"/>
                  <a:pt x="363913" y="3241518"/>
                </a:cubicBezTo>
                <a:cubicBezTo>
                  <a:pt x="334966" y="4363454"/>
                  <a:pt x="1187406" y="5312634"/>
                  <a:pt x="2305991" y="5403995"/>
                </a:cubicBezTo>
                <a:lnTo>
                  <a:pt x="2311817" y="5332662"/>
                </a:lnTo>
                <a:cubicBezTo>
                  <a:pt x="1231085" y="5244392"/>
                  <a:pt x="407492" y="4327332"/>
                  <a:pt x="435459" y="3243362"/>
                </a:cubicBezTo>
                <a:cubicBezTo>
                  <a:pt x="463426" y="2159392"/>
                  <a:pt x="1333212" y="1286023"/>
                  <a:pt x="2417058" y="1253600"/>
                </a:cubicBezTo>
                <a:close/>
                <a:moveTo>
                  <a:pt x="0" y="0"/>
                </a:moveTo>
                <a:lnTo>
                  <a:pt x="2478157" y="0"/>
                </a:lnTo>
                <a:lnTo>
                  <a:pt x="2478157" y="1413910"/>
                </a:lnTo>
                <a:cubicBezTo>
                  <a:pt x="1460820" y="1413910"/>
                  <a:pt x="636105" y="2238625"/>
                  <a:pt x="636105" y="3255962"/>
                </a:cubicBezTo>
                <a:cubicBezTo>
                  <a:pt x="636105" y="4273299"/>
                  <a:pt x="1460820" y="5098014"/>
                  <a:pt x="2478157" y="5098014"/>
                </a:cubicBezTo>
                <a:lnTo>
                  <a:pt x="2478157" y="6858000"/>
                </a:lnTo>
                <a:lnTo>
                  <a:pt x="0" y="6858000"/>
                </a:lnTo>
                <a:close/>
              </a:path>
            </a:pathLst>
          </a:cu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046105B-FCAE-4B27-8CD3-C9AE3156BE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1654" y="2074916"/>
            <a:ext cx="2220036" cy="1996314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4C39C0C-FD15-4FC8-9B30-02B9573965F1}"/>
              </a:ext>
            </a:extLst>
          </p:cNvPr>
          <p:cNvSpPr txBox="1"/>
          <p:nvPr/>
        </p:nvSpPr>
        <p:spPr>
          <a:xfrm>
            <a:off x="1101797" y="4023286"/>
            <a:ext cx="182218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Spring Boot</a:t>
            </a: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C0AA48B8-B05B-4D93-8F10-B2F4EC39FED4}"/>
              </a:ext>
            </a:extLst>
          </p:cNvPr>
          <p:cNvGrpSpPr/>
          <p:nvPr/>
        </p:nvGrpSpPr>
        <p:grpSpPr>
          <a:xfrm>
            <a:off x="11420105" y="10013"/>
            <a:ext cx="864660" cy="6858000"/>
            <a:chOff x="11418977" y="1579875"/>
            <a:chExt cx="681387" cy="4661270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DCB2CE49-C4CC-421A-BACE-BB59401D7156}"/>
                </a:ext>
              </a:extLst>
            </p:cNvPr>
            <p:cNvSpPr/>
            <p:nvPr/>
          </p:nvSpPr>
          <p:spPr>
            <a:xfrm>
              <a:off x="11604306" y="1579875"/>
              <a:ext cx="391383" cy="4661270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FE26A2D4-C479-4A37-B431-E54BC32EF19B}"/>
                </a:ext>
              </a:extLst>
            </p:cNvPr>
            <p:cNvSpPr/>
            <p:nvPr/>
          </p:nvSpPr>
          <p:spPr>
            <a:xfrm rot="19906743" flipV="1">
              <a:off x="11418977" y="1968062"/>
              <a:ext cx="681387" cy="111006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96E2DE78-A774-4053-B979-A6475BF85A84}"/>
                </a:ext>
              </a:extLst>
            </p:cNvPr>
            <p:cNvSpPr/>
            <p:nvPr/>
          </p:nvSpPr>
          <p:spPr>
            <a:xfrm rot="19906743" flipV="1">
              <a:off x="11418977" y="2321137"/>
              <a:ext cx="681387" cy="111006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A3DF1379-DC92-4D06-B06B-7D1178C5BCC8}"/>
                </a:ext>
              </a:extLst>
            </p:cNvPr>
            <p:cNvSpPr/>
            <p:nvPr/>
          </p:nvSpPr>
          <p:spPr>
            <a:xfrm rot="19906743" flipV="1">
              <a:off x="11418977" y="2674211"/>
              <a:ext cx="681387" cy="111006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EF2E6FB5-415B-4811-A272-E79C7649FC41}"/>
                </a:ext>
              </a:extLst>
            </p:cNvPr>
            <p:cNvSpPr/>
            <p:nvPr/>
          </p:nvSpPr>
          <p:spPr>
            <a:xfrm rot="19906743" flipV="1">
              <a:off x="11418977" y="3027286"/>
              <a:ext cx="681387" cy="111006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9BF1D878-42D1-4A3B-B722-3EB2CB6E27BA}"/>
                </a:ext>
              </a:extLst>
            </p:cNvPr>
            <p:cNvSpPr/>
            <p:nvPr/>
          </p:nvSpPr>
          <p:spPr>
            <a:xfrm rot="19906743" flipV="1">
              <a:off x="11418977" y="3380360"/>
              <a:ext cx="681387" cy="111006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B34E6821-D1E2-44D0-8D05-1A326399F4C6}"/>
                </a:ext>
              </a:extLst>
            </p:cNvPr>
            <p:cNvSpPr/>
            <p:nvPr/>
          </p:nvSpPr>
          <p:spPr>
            <a:xfrm rot="19906743" flipV="1">
              <a:off x="11418977" y="3733435"/>
              <a:ext cx="681387" cy="111006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9D8BB4E8-A8AD-4D3F-B19B-0F30DD69CC35}"/>
                </a:ext>
              </a:extLst>
            </p:cNvPr>
            <p:cNvSpPr/>
            <p:nvPr/>
          </p:nvSpPr>
          <p:spPr>
            <a:xfrm rot="19906743" flipV="1">
              <a:off x="11418977" y="4086509"/>
              <a:ext cx="681387" cy="111006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5522C316-C470-467E-AF93-0D1140C90CA1}"/>
                </a:ext>
              </a:extLst>
            </p:cNvPr>
            <p:cNvSpPr/>
            <p:nvPr/>
          </p:nvSpPr>
          <p:spPr>
            <a:xfrm rot="19906743" flipV="1">
              <a:off x="11418977" y="4439584"/>
              <a:ext cx="681387" cy="111006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8F38B5FC-9761-42CA-AE85-236FC2632969}"/>
                </a:ext>
              </a:extLst>
            </p:cNvPr>
            <p:cNvSpPr/>
            <p:nvPr/>
          </p:nvSpPr>
          <p:spPr>
            <a:xfrm rot="19906743" flipV="1">
              <a:off x="11418977" y="4792658"/>
              <a:ext cx="681387" cy="111006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7C5813BF-DBFF-4B1F-A88A-D05CEE50C831}"/>
                </a:ext>
              </a:extLst>
            </p:cNvPr>
            <p:cNvSpPr/>
            <p:nvPr/>
          </p:nvSpPr>
          <p:spPr>
            <a:xfrm rot="19906743" flipV="1">
              <a:off x="11418977" y="5145733"/>
              <a:ext cx="681387" cy="111006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F2D92BD1-1D61-4BA2-B617-E0453B778E20}"/>
                </a:ext>
              </a:extLst>
            </p:cNvPr>
            <p:cNvSpPr/>
            <p:nvPr/>
          </p:nvSpPr>
          <p:spPr>
            <a:xfrm rot="19906743" flipV="1">
              <a:off x="11418977" y="5498807"/>
              <a:ext cx="681387" cy="111006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D071AE62-2D85-446E-902D-B149C5FECF5B}"/>
                </a:ext>
              </a:extLst>
            </p:cNvPr>
            <p:cNvSpPr/>
            <p:nvPr/>
          </p:nvSpPr>
          <p:spPr>
            <a:xfrm rot="19906743" flipV="1">
              <a:off x="11418977" y="5851882"/>
              <a:ext cx="681387" cy="111006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4" name="Diagonal Stripe 33">
            <a:extLst>
              <a:ext uri="{FF2B5EF4-FFF2-40B4-BE49-F238E27FC236}">
                <a16:creationId xmlns:a16="http://schemas.microsoft.com/office/drawing/2014/main" id="{DBC811D1-03C8-4F51-A0B5-174F7F2B4A8C}"/>
              </a:ext>
            </a:extLst>
          </p:cNvPr>
          <p:cNvSpPr/>
          <p:nvPr/>
        </p:nvSpPr>
        <p:spPr>
          <a:xfrm rot="3043583">
            <a:off x="4219405" y="3400131"/>
            <a:ext cx="5650450" cy="6888587"/>
          </a:xfrm>
          <a:prstGeom prst="diagStripe">
            <a:avLst>
              <a:gd name="adj" fmla="val 89973"/>
            </a:avLst>
          </a:prstGeom>
          <a:solidFill>
            <a:srgbClr val="A1D68E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8" name="Diagonal Stripe 37">
            <a:extLst>
              <a:ext uri="{FF2B5EF4-FFF2-40B4-BE49-F238E27FC236}">
                <a16:creationId xmlns:a16="http://schemas.microsoft.com/office/drawing/2014/main" id="{2D50C728-F09F-4825-AF05-5101E40A5B36}"/>
              </a:ext>
            </a:extLst>
          </p:cNvPr>
          <p:cNvSpPr/>
          <p:nvPr/>
        </p:nvSpPr>
        <p:spPr>
          <a:xfrm rot="18561219" flipV="1">
            <a:off x="4152876" y="-3460625"/>
            <a:ext cx="5650450" cy="6888587"/>
          </a:xfrm>
          <a:prstGeom prst="diagStripe">
            <a:avLst>
              <a:gd name="adj" fmla="val 83495"/>
            </a:avLst>
          </a:prstGeom>
          <a:solidFill>
            <a:srgbClr val="A1D68E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055243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Green">
      <a:dk1>
        <a:sysClr val="windowText" lastClr="000000"/>
      </a:dk1>
      <a:lt1>
        <a:sysClr val="window" lastClr="FFFFFF"/>
      </a:lt1>
      <a:dk2>
        <a:srgbClr val="455F51"/>
      </a:dk2>
      <a:lt2>
        <a:srgbClr val="E3DED1"/>
      </a:lt2>
      <a:accent1>
        <a:srgbClr val="549E39"/>
      </a:accent1>
      <a:accent2>
        <a:srgbClr val="8AB833"/>
      </a:accent2>
      <a:accent3>
        <a:srgbClr val="C0CF3A"/>
      </a:accent3>
      <a:accent4>
        <a:srgbClr val="029676"/>
      </a:accent4>
      <a:accent5>
        <a:srgbClr val="4AB5C4"/>
      </a:accent5>
      <a:accent6>
        <a:srgbClr val="0989B1"/>
      </a:accent6>
      <a:hlink>
        <a:srgbClr val="6B9F25"/>
      </a:hlink>
      <a:folHlink>
        <a:srgbClr val="BA6906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178</TotalTime>
  <Words>25</Words>
  <Application>Microsoft Office PowerPoint</Application>
  <PresentationFormat>Widescreen</PresentationFormat>
  <Paragraphs>9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MY-PC</dc:creator>
  <cp:lastModifiedBy>MY-PC</cp:lastModifiedBy>
  <cp:revision>19</cp:revision>
  <dcterms:created xsi:type="dcterms:W3CDTF">2021-04-22T03:04:15Z</dcterms:created>
  <dcterms:modified xsi:type="dcterms:W3CDTF">2021-04-22T06:42:34Z</dcterms:modified>
</cp:coreProperties>
</file>