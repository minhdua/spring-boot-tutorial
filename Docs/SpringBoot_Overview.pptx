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 id="2147483674" r:id="rId2"/>
    <p:sldMasterId id="2147483688" r:id="rId3"/>
    <p:sldMasterId id="2147483707" r:id="rId4"/>
    <p:sldMasterId id="2147483721" r:id="rId5"/>
  </p:sldMasterIdLst>
  <p:notesMasterIdLst>
    <p:notesMasterId r:id="rId31"/>
  </p:notesMasterIdLst>
  <p:sldIdLst>
    <p:sldId id="256" r:id="rId6"/>
    <p:sldId id="257" r:id="rId7"/>
    <p:sldId id="258" r:id="rId8"/>
    <p:sldId id="289" r:id="rId9"/>
    <p:sldId id="259" r:id="rId10"/>
    <p:sldId id="260" r:id="rId11"/>
    <p:sldId id="286" r:id="rId12"/>
    <p:sldId id="262" r:id="rId13"/>
    <p:sldId id="263" r:id="rId14"/>
    <p:sldId id="264" r:id="rId15"/>
    <p:sldId id="265" r:id="rId16"/>
    <p:sldId id="266" r:id="rId17"/>
    <p:sldId id="267" r:id="rId18"/>
    <p:sldId id="268" r:id="rId19"/>
    <p:sldId id="269" r:id="rId20"/>
    <p:sldId id="270" r:id="rId21"/>
    <p:sldId id="275" r:id="rId22"/>
    <p:sldId id="288" r:id="rId23"/>
    <p:sldId id="271" r:id="rId24"/>
    <p:sldId id="284" r:id="rId25"/>
    <p:sldId id="285" r:id="rId26"/>
    <p:sldId id="282" r:id="rId27"/>
    <p:sldId id="283" r:id="rId28"/>
    <p:sldId id="272" r:id="rId29"/>
    <p:sldId id="273"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65" autoAdjust="0"/>
  </p:normalViewPr>
  <p:slideViewPr>
    <p:cSldViewPr snapToGrid="0">
      <p:cViewPr>
        <p:scale>
          <a:sx n="75" d="100"/>
          <a:sy n="75" d="100"/>
        </p:scale>
        <p:origin x="516" y="-4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878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dk1"/>
              </a:buClr>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878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chemeClr val="dk1"/>
              </a:buClr>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685800" y="1143000"/>
            <a:ext cx="5486399" cy="3086098"/>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400550"/>
            <a:ext cx="5486399" cy="3600450"/>
          </a:xfrm>
          <a:prstGeom prst="rect">
            <a:avLst/>
          </a:prstGeom>
          <a:noFill/>
          <a:ln>
            <a:noFill/>
          </a:ln>
        </p:spPr>
        <p:txBody>
          <a:bodyPr lIns="91425" tIns="91425" rIns="91425" bIns="91425" anchor="t" anchorCtr="0"/>
          <a:lstStyle>
            <a:lvl1pPr marL="0" marR="0" lvl="0"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Clr>
                <a:schemeClr val="dk1"/>
              </a:buClr>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8785"/>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chemeClr val="dk1"/>
              </a:buClr>
              <a:buFont typeface="Calibri"/>
              <a:buNone/>
              <a:defRPr sz="1200" b="0" i="0" u="none" strike="noStrike" cap="none">
                <a:solidFill>
                  <a:schemeClr val="dk1"/>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39" name="Shape 139"/>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dirty="0">
              <a:solidFill>
                <a:schemeClr val="dk1"/>
              </a:solidFill>
              <a:latin typeface="Calibri"/>
              <a:ea typeface="Calibri"/>
              <a:cs typeface="Calibri"/>
              <a:sym typeface="Calibri"/>
            </a:endParaRPr>
          </a:p>
        </p:txBody>
      </p:sp>
      <p:sp>
        <p:nvSpPr>
          <p:cNvPr id="140" name="Shape 140"/>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a:t>
            </a:fld>
            <a:endParaRPr lang="en-US"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Shape 14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46" name="Shape 146"/>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47" name="Shape 147"/>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3" name="Shape 153"/>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54" name="Shape 154"/>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3</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-Tạo một project sử dụng Maven với các dependency cần thiết của Spring MVC và Servlet API.</a:t>
            </a:r>
          </a:p>
          <a:p>
            <a:r>
              <a:rPr lang="en-US"/>
              <a:t>-Một tập tin web.xml để khai báo DispatcherServlet của Spring MVC.</a:t>
            </a:r>
          </a:p>
          <a:p>
            <a:r>
              <a:rPr lang="en-US"/>
              <a:t>-Một tập tin cấu hình của Spring MVC.</a:t>
            </a:r>
          </a:p>
          <a:p>
            <a:r>
              <a:rPr lang="en-US"/>
              <a:t>-Một class Controller trả về một trang “Hello World” khi có request đến.</a:t>
            </a:r>
          </a:p>
          <a:p>
            <a:r>
              <a:rPr lang="en-US"/>
              <a:t>-Cuối cùng là phải có một web server dùng để triển khai ứng dụng lên chạy</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700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60" name="Shape 160"/>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lvl="0">
              <a:lnSpc>
                <a:spcPct val="70000"/>
              </a:lnSpc>
              <a:spcBef>
                <a:spcPts val="0"/>
              </a:spcBef>
              <a:buClr>
                <a:srgbClr val="EDEDED"/>
              </a:buClr>
              <a:buSzPct val="100000"/>
              <a:buFont typeface="Arial"/>
              <a:buChar char="•"/>
            </a:pPr>
            <a:r>
              <a:rPr lang="vi-VN" sz="1200" b="0" i="0" u="none" strike="noStrike" cap="none">
                <a:solidFill>
                  <a:srgbClr val="EDEDED"/>
                </a:solidFill>
                <a:latin typeface="Calibri" pitchFamily="34" charset="0"/>
                <a:ea typeface="Calibri"/>
                <a:cs typeface="Calibri"/>
                <a:sym typeface="Calibri"/>
              </a:rPr>
              <a:t>Cung cấp công cụ </a:t>
            </a:r>
            <a:r>
              <a:rPr lang="vi-VN" sz="1200">
                <a:solidFill>
                  <a:srgbClr val="EDEDED"/>
                </a:solidFill>
                <a:latin typeface="Calibri" pitchFamily="34" charset="0"/>
                <a:ea typeface="Calibri"/>
                <a:cs typeface="Calibri"/>
                <a:sym typeface="Calibri"/>
              </a:rPr>
              <a:t>getting started nhanh với spring.</a:t>
            </a:r>
            <a:endParaRPr lang="en-US" sz="1200">
              <a:solidFill>
                <a:srgbClr val="EDEDED"/>
              </a:solidFill>
              <a:latin typeface="Calibri" pitchFamily="34" charset="0"/>
              <a:ea typeface="Calibri"/>
              <a:cs typeface="Calibri"/>
              <a:sym typeface="Calibri"/>
            </a:endParaRPr>
          </a:p>
          <a:p>
            <a:pPr lvl="0">
              <a:lnSpc>
                <a:spcPct val="70000"/>
              </a:lnSpc>
              <a:spcBef>
                <a:spcPts val="0"/>
              </a:spcBef>
              <a:buClr>
                <a:srgbClr val="EDEDED"/>
              </a:buClr>
              <a:buSzPct val="100000"/>
              <a:buFont typeface="Arial"/>
              <a:buChar char="•"/>
            </a:pPr>
            <a:endParaRPr lang="en-US" sz="1200">
              <a:solidFill>
                <a:srgbClr val="EDEDED"/>
              </a:solidFill>
              <a:latin typeface="Calibri" pitchFamily="34" charset="0"/>
              <a:ea typeface="Calibri"/>
              <a:cs typeface="Calibri"/>
              <a:sym typeface="Calibri"/>
            </a:endParaRPr>
          </a:p>
          <a:p>
            <a:pPr lvl="0">
              <a:lnSpc>
                <a:spcPct val="70000"/>
              </a:lnSpc>
              <a:spcBef>
                <a:spcPts val="0"/>
              </a:spcBef>
              <a:buClr>
                <a:srgbClr val="EDEDED"/>
              </a:buClr>
              <a:buSzPct val="100000"/>
              <a:buFont typeface="Arial"/>
              <a:buChar char="•"/>
            </a:pPr>
            <a:r>
              <a:rPr lang="vi-VN" sz="1200" b="0" i="0" u="none" strike="noStrike" cap="none">
                <a:solidFill>
                  <a:srgbClr val="EDEDED"/>
                </a:solidFill>
                <a:latin typeface="Calibri" pitchFamily="34" charset="0"/>
                <a:ea typeface="Calibri"/>
                <a:cs typeface="Calibri"/>
                <a:sym typeface="Calibri"/>
              </a:rPr>
              <a:t>Mọi thứ được cấu hình một cách tự động.</a:t>
            </a:r>
          </a:p>
          <a:p>
            <a:pPr marL="0" marR="0" lvl="0" indent="0" algn="l" rtl="0">
              <a:lnSpc>
                <a:spcPct val="70000"/>
              </a:lnSpc>
              <a:spcBef>
                <a:spcPts val="1000"/>
              </a:spcBef>
              <a:spcAft>
                <a:spcPts val="0"/>
              </a:spcAft>
              <a:buClr>
                <a:srgbClr val="EDEDED"/>
              </a:buClr>
              <a:buSzPct val="25000"/>
              <a:buFont typeface="Arial"/>
              <a:buNone/>
            </a:pPr>
            <a:endParaRPr lang="vi-VN" sz="1200" b="0" i="0" u="none" strike="noStrike" cap="none">
              <a:solidFill>
                <a:srgbClr val="EDEDED"/>
              </a:solidFill>
              <a:latin typeface="Calibri" pitchFamily="34" charset="0"/>
              <a:ea typeface="Calibri"/>
              <a:cs typeface="Calibri"/>
              <a:sym typeface="Calibri"/>
            </a:endParaRPr>
          </a:p>
          <a:p>
            <a:pPr lvl="0">
              <a:lnSpc>
                <a:spcPct val="70000"/>
              </a:lnSpc>
              <a:buClr>
                <a:srgbClr val="EDEDED"/>
              </a:buClr>
              <a:buSzPct val="100000"/>
              <a:buFont typeface="Arial"/>
              <a:buChar char="•"/>
            </a:pPr>
            <a:r>
              <a:rPr lang="vi-VN" sz="1200">
                <a:solidFill>
                  <a:srgbClr val="EDEDED"/>
                </a:solidFill>
                <a:latin typeface="Calibri" pitchFamily="34" charset="0"/>
                <a:ea typeface="Calibri"/>
                <a:cs typeface="Calibri"/>
                <a:sym typeface="Calibri"/>
              </a:rPr>
              <a:t>Cung cấp một loạt các tính năng phi chức năng phổ biến cho các loại dự án lớn(</a:t>
            </a:r>
            <a:r>
              <a:rPr lang="vi-VN" sz="1200" b="0" i="0" u="none" strike="noStrike" cap="none">
                <a:solidFill>
                  <a:srgbClr val="EDEDED"/>
                </a:solidFill>
                <a:latin typeface="Calibri" pitchFamily="34" charset="0"/>
                <a:ea typeface="Calibri"/>
                <a:cs typeface="Calibri"/>
                <a:sym typeface="Calibri"/>
              </a:rPr>
              <a:t>embedded servers, security, metrics, health checks, externalized configuration)</a:t>
            </a:r>
          </a:p>
          <a:p>
            <a:pPr marL="228600" marR="0" lvl="0" indent="-228600" algn="l" rtl="0">
              <a:lnSpc>
                <a:spcPct val="70000"/>
              </a:lnSpc>
              <a:spcBef>
                <a:spcPts val="1000"/>
              </a:spcBef>
              <a:spcAft>
                <a:spcPts val="0"/>
              </a:spcAft>
              <a:buClr>
                <a:srgbClr val="EDEDED"/>
              </a:buClr>
              <a:buSzPct val="100000"/>
              <a:buFont typeface="Arial"/>
              <a:buNone/>
            </a:pPr>
            <a:endParaRPr lang="vi-VN" sz="1200" b="0" i="0" u="none" strike="noStrike" cap="none">
              <a:solidFill>
                <a:srgbClr val="EDEDED"/>
              </a:solidFill>
              <a:latin typeface="Calibri" pitchFamily="34" charset="0"/>
              <a:ea typeface="Calibri"/>
              <a:cs typeface="Calibri"/>
              <a:sym typeface="Calibri"/>
            </a:endParaRPr>
          </a:p>
          <a:p>
            <a:pPr lvl="0">
              <a:lnSpc>
                <a:spcPct val="70000"/>
              </a:lnSpc>
              <a:buClr>
                <a:srgbClr val="EDEDED"/>
              </a:buClr>
              <a:buSzPct val="100000"/>
              <a:buFont typeface="Arial"/>
              <a:buChar char="•"/>
            </a:pPr>
            <a:r>
              <a:rPr lang="vi-VN" sz="1200">
                <a:solidFill>
                  <a:srgbClr val="EDEDED"/>
                </a:solidFill>
                <a:latin typeface="Calibri" pitchFamily="34" charset="0"/>
                <a:ea typeface="Calibri"/>
                <a:cs typeface="Calibri"/>
                <a:sym typeface="Calibri"/>
              </a:rPr>
              <a:t>Tránh cấu hình XML một cách phức tạp.</a:t>
            </a:r>
            <a:endParaRPr lang="vi-VN" sz="1200" b="0" i="0" u="none" strike="noStrike" cap="none">
              <a:solidFill>
                <a:srgbClr val="EDEDED"/>
              </a:solidFill>
              <a:latin typeface="Calibri" pitchFamily="34" charset="0"/>
              <a:ea typeface="Calibri"/>
              <a:cs typeface="Calibri"/>
              <a:sym typeface="Calibri"/>
            </a:endParaRPr>
          </a:p>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61" name="Shape 161"/>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5</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67" name="Shape 167"/>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68" name="Shape 168"/>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6</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74" name="Shape 174"/>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75" name="Shape 175"/>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377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80" name="Shape 180"/>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Spring-boot-stater-security</a:t>
            </a:r>
          </a:p>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Spring-boot-starter-thyme-leaf</a:t>
            </a:r>
          </a:p>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Spring-boot-starter-web.</a:t>
            </a:r>
            <a:endParaRPr sz="1200" b="0" i="0" u="none" strike="noStrike" cap="none">
              <a:solidFill>
                <a:schemeClr val="dk1"/>
              </a:solidFill>
              <a:latin typeface="Calibri"/>
              <a:ea typeface="Calibri"/>
              <a:cs typeface="Calibri"/>
              <a:sym typeface="Calibri"/>
            </a:endParaRPr>
          </a:p>
        </p:txBody>
      </p:sp>
      <p:sp>
        <p:nvSpPr>
          <p:cNvPr id="181" name="Shape 181"/>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8</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87" name="Shape 18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Shape 191"/>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92" name="Shape 192"/>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193" name="Shape 193"/>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10</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99" name="Shape 199"/>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00" name="Shape 200"/>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11</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6" name="Shape 206"/>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07" name="Shape 207"/>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12</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Shape 211"/>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12" name="Shape 212"/>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13" name="Shape 213"/>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13</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19" name="Shape 219"/>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20" name="Shape 220"/>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14</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26" name="Shape 226"/>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/health hiển thị thông tin tình trạng ứng dụng</a:t>
            </a:r>
          </a:p>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/infor hiển thị thông tin </a:t>
            </a:r>
          </a:p>
          <a:p>
            <a:pPr marL="0" marR="0" lvl="0" indent="0" algn="l" rtl="0">
              <a:spcBef>
                <a:spcPts val="0"/>
              </a:spcBef>
              <a:buClr>
                <a:schemeClr val="dk1"/>
              </a:buClr>
              <a:buSzPct val="25000"/>
              <a:buFont typeface="Calibri"/>
              <a:buNone/>
            </a:pPr>
            <a:r>
              <a:rPr lang="en-US" sz="1200" b="0" i="0" u="none" strike="noStrike" cap="none">
                <a:solidFill>
                  <a:schemeClr val="dk1"/>
                </a:solidFill>
                <a:latin typeface="Calibri"/>
                <a:ea typeface="Calibri"/>
                <a:cs typeface="Calibri"/>
                <a:sym typeface="Calibri"/>
              </a:rPr>
              <a:t>/metrics</a:t>
            </a:r>
            <a:endParaRPr sz="1200" b="0" i="0" u="none" strike="noStrike" cap="none">
              <a:solidFill>
                <a:schemeClr val="dk1"/>
              </a:solidFill>
              <a:latin typeface="Calibri"/>
              <a:ea typeface="Calibri"/>
              <a:cs typeface="Calibri"/>
              <a:sym typeface="Calibri"/>
            </a:endParaRPr>
          </a:p>
        </p:txBody>
      </p:sp>
      <p:sp>
        <p:nvSpPr>
          <p:cNvPr id="227" name="Shape 227"/>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15</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32" name="Shape 232"/>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33" name="Shape 233"/>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16</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39" name="Shape 239"/>
          <p:cNvSpPr txBox="1">
            <a:spLocks noGrp="1"/>
          </p:cNvSpPr>
          <p:nvPr>
            <p:ph type="body" idx="1"/>
          </p:nvPr>
        </p:nvSpPr>
        <p:spPr>
          <a:xfrm>
            <a:off x="685800" y="4400550"/>
            <a:ext cx="5486399" cy="36005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40" name="Shape 240"/>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19</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26" name="Shape 226"/>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27" name="Shape 227"/>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3280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26" name="Shape 226"/>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27" name="Shape 227"/>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70876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26" name="Shape 226"/>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27" name="Shape 227"/>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5699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Shape 22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26" name="Shape 226"/>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27" name="Shape 227"/>
          <p:cNvSpPr txBox="1">
            <a:spLocks noGrp="1"/>
          </p:cNvSpPr>
          <p:nvPr>
            <p:ph type="sldNum" idx="12"/>
          </p:nvPr>
        </p:nvSpPr>
        <p:spPr>
          <a:xfrm>
            <a:off x="3884612" y="8685213"/>
            <a:ext cx="2971799" cy="4587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4730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Shape 24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46" name="Shape 246"/>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47" name="Shape 247"/>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24</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Shape 251"/>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52" name="Shape 252"/>
          <p:cNvSpPr txBox="1">
            <a:spLocks noGrp="1"/>
          </p:cNvSpPr>
          <p:nvPr>
            <p:ph type="body" idx="1"/>
          </p:nvPr>
        </p:nvSpPr>
        <p:spPr>
          <a:xfrm>
            <a:off x="685800" y="4400550"/>
            <a:ext cx="5486399" cy="360045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Calibri"/>
              <a:buNone/>
            </a:pPr>
            <a:endParaRPr sz="1200" b="0" i="0" u="none" strike="noStrike" cap="none">
              <a:solidFill>
                <a:schemeClr val="dk1"/>
              </a:solidFill>
              <a:latin typeface="Calibri"/>
              <a:ea typeface="Calibri"/>
              <a:cs typeface="Calibri"/>
              <a:sym typeface="Calibri"/>
            </a:endParaRPr>
          </a:p>
        </p:txBody>
      </p:sp>
      <p:sp>
        <p:nvSpPr>
          <p:cNvPr id="253" name="Shape 253"/>
          <p:cNvSpPr txBox="1">
            <a:spLocks noGrp="1"/>
          </p:cNvSpPr>
          <p:nvPr>
            <p:ph type="sldNum" idx="12"/>
          </p:nvPr>
        </p:nvSpPr>
        <p:spPr>
          <a:xfrm>
            <a:off x="3884612" y="8685213"/>
            <a:ext cx="2971799" cy="458785"/>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ct val="25000"/>
                <a:buFont typeface="Calibri"/>
                <a:buNone/>
              </a:pPr>
              <a:t>25</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ogo Synygy Logo">
    <p:spTree>
      <p:nvGrpSpPr>
        <p:cNvPr id="1" name=""/>
        <p:cNvGrpSpPr/>
        <p:nvPr/>
      </p:nvGrpSpPr>
      <p:grpSpPr>
        <a:xfrm>
          <a:off x="0" y="0"/>
          <a:ext cx="0" cy="0"/>
          <a:chOff x="0" y="0"/>
          <a:chExt cx="0" cy="0"/>
        </a:xfrm>
      </p:grpSpPr>
      <p:sp>
        <p:nvSpPr>
          <p:cNvPr id="7" name="Rectangle 6"/>
          <p:cNvSpPr/>
          <p:nvPr/>
        </p:nvSpPr>
        <p:spPr bwMode="auto">
          <a:xfrm>
            <a:off x="9521867" y="6305184"/>
            <a:ext cx="2540155" cy="552817"/>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4" name="Picture 3" descr="Optymyze_LogoR_med.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584809" y="1560514"/>
            <a:ext cx="9052621" cy="1663419"/>
          </a:xfrm>
          <a:prstGeom prst="rect">
            <a:avLst/>
          </a:prstGeom>
        </p:spPr>
      </p:pic>
    </p:spTree>
    <p:extLst>
      <p:ext uri="{BB962C8B-B14F-4D97-AF65-F5344CB8AC3E}">
        <p14:creationId xmlns:p14="http://schemas.microsoft.com/office/powerpoint/2010/main" val="1703265539"/>
      </p:ext>
    </p:extLst>
  </p:cSld>
  <p:clrMapOvr>
    <a:masterClrMapping/>
  </p:clrMapOvr>
  <p:transition>
    <p:wipe dir="d"/>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Light Title Slide">
    <p:spTree>
      <p:nvGrpSpPr>
        <p:cNvPr id="1" name=""/>
        <p:cNvGrpSpPr/>
        <p:nvPr/>
      </p:nvGrpSpPr>
      <p:grpSpPr>
        <a:xfrm>
          <a:off x="0" y="0"/>
          <a:ext cx="0" cy="0"/>
          <a:chOff x="0" y="0"/>
          <a:chExt cx="0" cy="0"/>
        </a:xfrm>
      </p:grpSpPr>
      <p:sp>
        <p:nvSpPr>
          <p:cNvPr id="184322" name="Rectangle 2"/>
          <p:cNvSpPr>
            <a:spLocks noGrp="1" noChangeArrowheads="1"/>
          </p:cNvSpPr>
          <p:nvPr>
            <p:ph type="ctrTitle"/>
          </p:nvPr>
        </p:nvSpPr>
        <p:spPr>
          <a:xfrm>
            <a:off x="391584" y="919286"/>
            <a:ext cx="10871200" cy="1905000"/>
          </a:xfrm>
        </p:spPr>
        <p:txBody>
          <a:bodyPr anchor="b"/>
          <a:lstStyle>
            <a:lvl1pPr algn="l">
              <a:defRPr sz="4800" b="1">
                <a:solidFill>
                  <a:schemeClr val="tx1"/>
                </a:solidFill>
                <a:latin typeface="Arial Black"/>
                <a:cs typeface="Arial Black"/>
              </a:defRPr>
            </a:lvl1pPr>
          </a:lstStyle>
          <a:p>
            <a:r>
              <a:rPr lang="en-US"/>
              <a:t>Click to edit Master title style</a:t>
            </a:r>
            <a:endParaRPr lang="en-US" dirty="0"/>
          </a:p>
        </p:txBody>
      </p:sp>
      <p:sp>
        <p:nvSpPr>
          <p:cNvPr id="184323" name="Rectangle 3"/>
          <p:cNvSpPr>
            <a:spLocks noGrp="1" noChangeArrowheads="1"/>
          </p:cNvSpPr>
          <p:nvPr>
            <p:ph type="subTitle" idx="1"/>
          </p:nvPr>
        </p:nvSpPr>
        <p:spPr>
          <a:xfrm>
            <a:off x="391584" y="3563472"/>
            <a:ext cx="10865224" cy="2178423"/>
          </a:xfrm>
        </p:spPr>
        <p:txBody>
          <a:bodyPr/>
          <a:lstStyle>
            <a:lvl1pPr marL="0" indent="0" algn="l">
              <a:buFontTx/>
              <a:buNone/>
              <a:defRPr>
                <a:latin typeface="Franklin Gothic Medium" pitchFamily="34" charset="0"/>
              </a:defRPr>
            </a:lvl1pPr>
          </a:lstStyle>
          <a:p>
            <a:r>
              <a:rPr lang="en-US"/>
              <a:t>Click to edit Master subtitle style</a:t>
            </a:r>
            <a:endParaRPr lang="en-US" dirty="0"/>
          </a:p>
        </p:txBody>
      </p:sp>
    </p:spTree>
    <p:extLst>
      <p:ext uri="{BB962C8B-B14F-4D97-AF65-F5344CB8AC3E}">
        <p14:creationId xmlns:p14="http://schemas.microsoft.com/office/powerpoint/2010/main" val="1961936116"/>
      </p:ext>
    </p:extLst>
  </p:cSld>
  <p:clrMapOvr>
    <a:masterClrMapping/>
  </p:clrMapOvr>
  <p:transition>
    <p:wipe dir="d"/>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Light Doub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nSpc>
                <a:spcPts val="4000"/>
              </a:lnSpc>
              <a:defRPr>
                <a:solidFill>
                  <a:schemeClr val="tx1"/>
                </a:solidFill>
              </a:defRPr>
            </a:lvl1pPr>
            <a:lvl2pPr>
              <a:lnSpc>
                <a:spcPts val="3300"/>
              </a:lnSpc>
              <a:defRPr b="0">
                <a:solidFill>
                  <a:schemeClr val="tx1"/>
                </a:solidFill>
              </a:defRPr>
            </a:lvl2pPr>
            <a:lvl3pPr>
              <a:lnSpc>
                <a:spcPts val="2800"/>
              </a:lnSpc>
              <a:defRPr b="0">
                <a:solidFill>
                  <a:schemeClr val="tx1">
                    <a:lumMod val="85000"/>
                    <a:lumOff val="15000"/>
                  </a:schemeClr>
                </a:solidFill>
              </a:defRPr>
            </a:lvl3pPr>
            <a:lvl4pPr>
              <a:lnSpc>
                <a:spcPts val="2000"/>
              </a:lnSpc>
              <a:spcBef>
                <a:spcPts val="600"/>
              </a:spcBef>
              <a:defRPr b="0">
                <a:solidFill>
                  <a:schemeClr val="tx1">
                    <a:lumMod val="85000"/>
                    <a:lumOff val="1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84085420"/>
      </p:ext>
    </p:extLst>
  </p:cSld>
  <p:clrMapOvr>
    <a:masterClrMapping/>
  </p:clrMapOvr>
  <p:transition>
    <p:wipe dir="d"/>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Sing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6767" y="252413"/>
            <a:ext cx="11555589" cy="645054"/>
          </a:xfrm>
        </p:spPr>
        <p:txBody>
          <a:bodyPr/>
          <a:lstStyle/>
          <a:p>
            <a:r>
              <a:rPr lang="en-US"/>
              <a:t>Click to edit Master title style</a:t>
            </a:r>
            <a:endParaRPr lang="en-US" dirty="0"/>
          </a:p>
        </p:txBody>
      </p:sp>
      <p:sp>
        <p:nvSpPr>
          <p:cNvPr id="4" name="Rectangle 2"/>
          <p:cNvSpPr>
            <a:spLocks noGrp="1" noChangeArrowheads="1"/>
          </p:cNvSpPr>
          <p:nvPr>
            <p:ph idx="1"/>
          </p:nvPr>
        </p:nvSpPr>
        <p:spPr bwMode="white">
          <a:xfrm>
            <a:off x="381001" y="1041401"/>
            <a:ext cx="11283951" cy="5265738"/>
          </a:xfrm>
          <a:prstGeom prst="rect">
            <a:avLst/>
          </a:prstGeom>
          <a:noFill/>
          <a:ln w="9525">
            <a:noFill/>
            <a:miter lim="800000"/>
            <a:headEnd/>
            <a:tailEnd/>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5488114"/>
      </p:ext>
    </p:extLst>
  </p:cSld>
  <p:clrMapOvr>
    <a:masterClrMapping/>
  </p:clrMapOvr>
  <p:transition>
    <p:wipe dir="d"/>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Tile and Objec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164" y="1508125"/>
            <a:ext cx="11283949" cy="4799012"/>
          </a:xfrm>
        </p:spPr>
        <p:txBody>
          <a:bodyPr/>
          <a:lstStyle>
            <a:lvl1pPr marL="0" indent="0" algn="l">
              <a:buNone/>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3996213579"/>
      </p:ext>
    </p:extLst>
  </p:cSld>
  <p:clrMapOvr>
    <a:masterClrMapping/>
  </p:clrMapOvr>
  <p:transition>
    <p:wipe dir="d"/>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ight Title Only">
    <p:spTree>
      <p:nvGrpSpPr>
        <p:cNvPr id="1" name=""/>
        <p:cNvGrpSpPr/>
        <p:nvPr/>
      </p:nvGrpSpPr>
      <p:grpSpPr>
        <a:xfrm>
          <a:off x="0" y="0"/>
          <a:ext cx="0" cy="0"/>
          <a:chOff x="0" y="0"/>
          <a:chExt cx="0" cy="0"/>
        </a:xfrm>
      </p:grpSpPr>
      <p:sp>
        <p:nvSpPr>
          <p:cNvPr id="2" name="Title 1"/>
          <p:cNvSpPr>
            <a:spLocks noGrp="1"/>
          </p:cNvSpPr>
          <p:nvPr>
            <p:ph type="title"/>
          </p:nvPr>
        </p:nvSpPr>
        <p:spPr>
          <a:xfrm>
            <a:off x="391584" y="246063"/>
            <a:ext cx="11283949" cy="1220008"/>
          </a:xfrm>
        </p:spPr>
        <p:txBody>
          <a:bodyPr/>
          <a:lstStyle/>
          <a:p>
            <a:r>
              <a:rPr lang="en-US"/>
              <a:t>Click to edit Master title style</a:t>
            </a:r>
            <a:endParaRPr lang="en-US" dirty="0"/>
          </a:p>
        </p:txBody>
      </p:sp>
    </p:spTree>
    <p:extLst>
      <p:ext uri="{BB962C8B-B14F-4D97-AF65-F5344CB8AC3E}">
        <p14:creationId xmlns:p14="http://schemas.microsoft.com/office/powerpoint/2010/main" val="375025269"/>
      </p:ext>
    </p:extLst>
  </p:cSld>
  <p:clrMapOvr>
    <a:masterClrMapping/>
  </p:clrMapOvr>
  <p:transition>
    <p:wipe dir="d"/>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677081"/>
      </p:ext>
    </p:extLst>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ark Blank">
    <p:spTree>
      <p:nvGrpSpPr>
        <p:cNvPr id="1" name=""/>
        <p:cNvGrpSpPr/>
        <p:nvPr/>
      </p:nvGrpSpPr>
      <p:grpSpPr>
        <a:xfrm>
          <a:off x="0" y="0"/>
          <a:ext cx="0" cy="0"/>
          <a:chOff x="0" y="0"/>
          <a:chExt cx="0" cy="0"/>
        </a:xfrm>
      </p:grpSpPr>
      <p:sp>
        <p:nvSpPr>
          <p:cNvPr id="2" name="Rectangle 1"/>
          <p:cNvSpPr/>
          <p:nvPr/>
        </p:nvSpPr>
        <p:spPr bwMode="auto">
          <a:xfrm>
            <a:off x="9525298" y="6271148"/>
            <a:ext cx="2666705" cy="586857"/>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8" name="Picture 7" descr="Optymyze_LogoR_med_rev.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584809" y="1567419"/>
            <a:ext cx="9052621" cy="1663419"/>
          </a:xfrm>
          <a:prstGeom prst="rect">
            <a:avLst/>
          </a:prstGeom>
        </p:spPr>
      </p:pic>
    </p:spTree>
    <p:extLst>
      <p:ext uri="{BB962C8B-B14F-4D97-AF65-F5344CB8AC3E}">
        <p14:creationId xmlns:p14="http://schemas.microsoft.com/office/powerpoint/2010/main" val="633926967"/>
      </p:ext>
    </p:extLst>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ark Title Slide">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73809" y="919286"/>
            <a:ext cx="10871200" cy="1905000"/>
          </a:xfrm>
        </p:spPr>
        <p:txBody>
          <a:bodyPr anchor="b"/>
          <a:lstStyle>
            <a:lvl1pPr algn="ctr">
              <a:defRPr sz="4800" b="1">
                <a:solidFill>
                  <a:srgbClr val="FFFFFF"/>
                </a:solidFill>
                <a:latin typeface="Arial Black"/>
                <a:cs typeface="Arial Black"/>
              </a:defRPr>
            </a:lvl1pPr>
          </a:lstStyle>
          <a:p>
            <a:r>
              <a:rPr lang="en-US"/>
              <a:t>Click to edit Master title style</a:t>
            </a:r>
            <a:endParaRPr lang="en-US" dirty="0"/>
          </a:p>
        </p:txBody>
      </p:sp>
      <p:sp>
        <p:nvSpPr>
          <p:cNvPr id="7" name="Rectangle 3"/>
          <p:cNvSpPr>
            <a:spLocks noGrp="1" noChangeArrowheads="1"/>
          </p:cNvSpPr>
          <p:nvPr>
            <p:ph type="subTitle" idx="1"/>
          </p:nvPr>
        </p:nvSpPr>
        <p:spPr>
          <a:xfrm>
            <a:off x="673809" y="3563476"/>
            <a:ext cx="10865224" cy="2178423"/>
          </a:xfrm>
        </p:spPr>
        <p:txBody>
          <a:bodyPr/>
          <a:lstStyle>
            <a:lvl1pPr marL="0" indent="0" algn="ctr">
              <a:buFontTx/>
              <a:buNone/>
              <a:defRPr>
                <a:solidFill>
                  <a:srgbClr val="FFFFFF"/>
                </a:solidFill>
                <a:latin typeface="Franklin Gothic Medium" pitchFamily="34" charset="0"/>
              </a:defRPr>
            </a:lvl1pPr>
          </a:lstStyle>
          <a:p>
            <a:r>
              <a:rPr lang="en-US"/>
              <a:t>Click to edit Master subtitle style</a:t>
            </a:r>
            <a:endParaRPr lang="en-US" dirty="0"/>
          </a:p>
        </p:txBody>
      </p:sp>
    </p:spTree>
    <p:extLst>
      <p:ext uri="{BB962C8B-B14F-4D97-AF65-F5344CB8AC3E}">
        <p14:creationId xmlns:p14="http://schemas.microsoft.com/office/powerpoint/2010/main" val="1979448248"/>
      </p:ext>
    </p:extLst>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ark Bullet">
    <p:spTree>
      <p:nvGrpSpPr>
        <p:cNvPr id="1" name=""/>
        <p:cNvGrpSpPr/>
        <p:nvPr/>
      </p:nvGrpSpPr>
      <p:grpSpPr>
        <a:xfrm>
          <a:off x="0" y="0"/>
          <a:ext cx="0" cy="0"/>
          <a:chOff x="0" y="0"/>
          <a:chExt cx="0" cy="0"/>
        </a:xfrm>
      </p:grpSpPr>
      <p:sp>
        <p:nvSpPr>
          <p:cNvPr id="6"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endParaRPr lang="en-US" dirty="0"/>
          </a:p>
        </p:txBody>
      </p:sp>
      <p:sp>
        <p:nvSpPr>
          <p:cNvPr id="7" name="Content Placeholder 2"/>
          <p:cNvSpPr>
            <a:spLocks noGrp="1"/>
          </p:cNvSpPr>
          <p:nvPr>
            <p:ph idx="1"/>
          </p:nvPr>
        </p:nvSpPr>
        <p:spPr>
          <a:xfrm>
            <a:off x="381003" y="1508125"/>
            <a:ext cx="11283951" cy="4799013"/>
          </a:xfrm>
        </p:spPr>
        <p:txBody>
          <a:bodyPr/>
          <a:lstStyle>
            <a:lvl1pPr>
              <a:buClr>
                <a:schemeClr val="bg1"/>
              </a:buClr>
              <a:defRPr>
                <a:solidFill>
                  <a:schemeClr val="bg1"/>
                </a:solidFill>
              </a:defRPr>
            </a:lvl1pPr>
            <a:lvl2pPr>
              <a:buClr>
                <a:schemeClr val="bg1"/>
              </a:buClr>
              <a:defRPr b="0">
                <a:solidFill>
                  <a:schemeClr val="bg1"/>
                </a:solidFill>
              </a:defRPr>
            </a:lvl2pPr>
            <a:lvl3pPr>
              <a:buClr>
                <a:schemeClr val="bg1">
                  <a:lumMod val="95000"/>
                </a:schemeClr>
              </a:buClr>
              <a:defRPr b="0">
                <a:solidFill>
                  <a:schemeClr val="bg1">
                    <a:lumMod val="95000"/>
                  </a:schemeClr>
                </a:solidFill>
              </a:defRPr>
            </a:lvl3pPr>
            <a:lvl4pPr>
              <a:buClr>
                <a:schemeClr val="bg1">
                  <a:lumMod val="85000"/>
                </a:schemeClr>
              </a:buClr>
              <a:defRPr b="0">
                <a:solidFill>
                  <a:schemeClr val="bg1">
                    <a:lumMod val="8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24380302"/>
      </p:ext>
    </p:extLst>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ark Object">
    <p:spTree>
      <p:nvGrpSpPr>
        <p:cNvPr id="1" name=""/>
        <p:cNvGrpSpPr/>
        <p:nvPr/>
      </p:nvGrpSpPr>
      <p:grpSpPr>
        <a:xfrm>
          <a:off x="0" y="0"/>
          <a:ext cx="0" cy="0"/>
          <a:chOff x="0" y="0"/>
          <a:chExt cx="0" cy="0"/>
        </a:xfrm>
      </p:grpSpPr>
      <p:sp>
        <p:nvSpPr>
          <p:cNvPr id="8"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p>
        </p:txBody>
      </p:sp>
      <p:sp>
        <p:nvSpPr>
          <p:cNvPr id="9" name="Content Placeholder 2"/>
          <p:cNvSpPr>
            <a:spLocks noGrp="1"/>
          </p:cNvSpPr>
          <p:nvPr>
            <p:ph idx="1"/>
          </p:nvPr>
        </p:nvSpPr>
        <p:spPr>
          <a:xfrm>
            <a:off x="381164" y="1508125"/>
            <a:ext cx="11283949" cy="4799012"/>
          </a:xfrm>
        </p:spPr>
        <p:txBody>
          <a:bodyPr/>
          <a:lstStyle>
            <a:lvl1pPr marL="0" indent="0" algn="l">
              <a:buNone/>
              <a:defRPr>
                <a:solidFill>
                  <a:schemeClr val="bg1"/>
                </a:solidFill>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1494944318"/>
      </p:ext>
    </p:extLst>
  </p:cSld>
  <p:clrMapOvr>
    <a:masterClrMapping/>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ark Header Only">
    <p:spTree>
      <p:nvGrpSpPr>
        <p:cNvPr id="1" name=""/>
        <p:cNvGrpSpPr/>
        <p:nvPr/>
      </p:nvGrpSpPr>
      <p:grpSpPr>
        <a:xfrm>
          <a:off x="0" y="0"/>
          <a:ext cx="0" cy="0"/>
          <a:chOff x="0" y="0"/>
          <a:chExt cx="0" cy="0"/>
        </a:xfrm>
      </p:grpSpPr>
      <p:sp>
        <p:nvSpPr>
          <p:cNvPr id="12" name="Title 1"/>
          <p:cNvSpPr>
            <a:spLocks noGrp="1"/>
          </p:cNvSpPr>
          <p:nvPr>
            <p:ph type="title"/>
          </p:nvPr>
        </p:nvSpPr>
        <p:spPr>
          <a:xfrm>
            <a:off x="391584" y="246063"/>
            <a:ext cx="11283949" cy="1220008"/>
          </a:xfrm>
        </p:spPr>
        <p:txBody>
          <a:bodyPr/>
          <a:lstStyle>
            <a:lvl1pPr>
              <a:defRPr>
                <a:solidFill>
                  <a:srgbClr val="FFFFFF"/>
                </a:solidFill>
              </a:defRPr>
            </a:lvl1pPr>
          </a:lstStyle>
          <a:p>
            <a:r>
              <a:rPr lang="en-US"/>
              <a:t>Click to edit Master title style</a:t>
            </a:r>
            <a:endParaRPr lang="en-US" dirty="0"/>
          </a:p>
        </p:txBody>
      </p:sp>
    </p:spTree>
    <p:extLst>
      <p:ext uri="{BB962C8B-B14F-4D97-AF65-F5344CB8AC3E}">
        <p14:creationId xmlns:p14="http://schemas.microsoft.com/office/powerpoint/2010/main" val="3281525603"/>
      </p:ext>
    </p:extLst>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ark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807412"/>
      </p:ext>
    </p:extLst>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497397"/>
      </p:ext>
    </p:extLst>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Tile and Objec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164" y="1508125"/>
            <a:ext cx="11283949" cy="4799012"/>
          </a:xfrm>
        </p:spPr>
        <p:txBody>
          <a:bodyPr/>
          <a:lstStyle>
            <a:lvl1pPr marL="0" indent="0" algn="l">
              <a:buNone/>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2619475805"/>
      </p:ext>
    </p:extLst>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Sing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6768" y="252413"/>
            <a:ext cx="11555589" cy="645054"/>
          </a:xfrm>
        </p:spPr>
        <p:txBody>
          <a:bodyPr/>
          <a:lstStyle/>
          <a:p>
            <a:r>
              <a:rPr lang="en-US"/>
              <a:t>Click to edit Master title style</a:t>
            </a:r>
            <a:endParaRPr lang="en-US" dirty="0"/>
          </a:p>
        </p:txBody>
      </p:sp>
      <p:sp>
        <p:nvSpPr>
          <p:cNvPr id="4" name="Rectangle 2"/>
          <p:cNvSpPr>
            <a:spLocks noGrp="1" noChangeArrowheads="1"/>
          </p:cNvSpPr>
          <p:nvPr>
            <p:ph idx="1"/>
          </p:nvPr>
        </p:nvSpPr>
        <p:spPr bwMode="white">
          <a:xfrm>
            <a:off x="381003" y="1041401"/>
            <a:ext cx="11283951" cy="5265738"/>
          </a:xfrm>
          <a:prstGeom prst="rect">
            <a:avLst/>
          </a:prstGeom>
          <a:noFill/>
          <a:ln w="9525">
            <a:noFill/>
            <a:miter lim="800000"/>
            <a:headEnd/>
            <a:tailEnd/>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0669479"/>
      </p:ext>
    </p:extLst>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p:cNvSpPr>
            <a:spLocks noGrp="1"/>
          </p:cNvSpPr>
          <p:nvPr>
            <p:ph type="title"/>
          </p:nvPr>
        </p:nvSpPr>
        <p:spPr>
          <a:xfrm>
            <a:off x="391584" y="246063"/>
            <a:ext cx="11283949" cy="1220008"/>
          </a:xfrm>
        </p:spPr>
        <p:txBody>
          <a:bodyPr/>
          <a:lstStyle/>
          <a:p>
            <a:r>
              <a:rPr lang="en-US"/>
              <a:t>Click to edit Master title style</a:t>
            </a:r>
            <a:endParaRPr lang="en-US" dirty="0"/>
          </a:p>
        </p:txBody>
      </p:sp>
    </p:spTree>
    <p:extLst>
      <p:ext uri="{BB962C8B-B14F-4D97-AF65-F5344CB8AC3E}">
        <p14:creationId xmlns:p14="http://schemas.microsoft.com/office/powerpoint/2010/main" val="4059291012"/>
      </p:ext>
    </p:extLst>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1585" y="1508125"/>
            <a:ext cx="380103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91585" y="2254926"/>
            <a:ext cx="3801035" cy="3951288"/>
          </a:xfrm>
        </p:spPr>
        <p:txBody>
          <a:bodyPr/>
          <a:lstStyle>
            <a:lvl1pPr>
              <a:defRPr sz="2400"/>
            </a:lvl1pPr>
            <a:lvl2pPr>
              <a:defRPr sz="2000" b="0"/>
            </a:lvl2pPr>
            <a:lvl3pPr>
              <a:defRPr sz="1800" b="0">
                <a:solidFill>
                  <a:schemeClr val="tx1">
                    <a:lumMod val="85000"/>
                    <a:lumOff val="15000"/>
                  </a:schemeClr>
                </a:solidFill>
              </a:defRPr>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452937" y="1508125"/>
            <a:ext cx="745219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46495" y="2243202"/>
            <a:ext cx="7422776" cy="3951288"/>
          </a:xfrm>
        </p:spPr>
        <p:txBody>
          <a:bodyPr/>
          <a:lstStyle>
            <a:lvl1pPr marL="0" indent="0">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
        <p:nvSpPr>
          <p:cNvPr id="7" name="Title 1"/>
          <p:cNvSpPr>
            <a:spLocks noGrp="1"/>
          </p:cNvSpPr>
          <p:nvPr>
            <p:ph type="title"/>
          </p:nvPr>
        </p:nvSpPr>
        <p:spPr>
          <a:xfrm>
            <a:off x="391584" y="246065"/>
            <a:ext cx="11283949" cy="1262063"/>
          </a:xfrm>
        </p:spPr>
        <p:txBody>
          <a:bodyPr/>
          <a:lstStyle/>
          <a:p>
            <a:r>
              <a:rPr lang="en-US"/>
              <a:t>Click to edit Master title style</a:t>
            </a:r>
            <a:endParaRPr lang="en-US" dirty="0"/>
          </a:p>
        </p:txBody>
      </p:sp>
    </p:spTree>
    <p:extLst>
      <p:ext uri="{BB962C8B-B14F-4D97-AF65-F5344CB8AC3E}">
        <p14:creationId xmlns:p14="http://schemas.microsoft.com/office/powerpoint/2010/main" val="2429806621"/>
      </p:ext>
    </p:extLst>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ark 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0" y="0"/>
            <a:ext cx="12192000" cy="6858000"/>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a:lstStyle/>
          <a:p>
            <a:pPr algn="r" eaLnBrk="0" hangingPunct="0">
              <a:defRPr/>
            </a:pPr>
            <a:endParaRPr lang="en-US" sz="2400">
              <a:solidFill>
                <a:schemeClr val="tx1"/>
              </a:solidFill>
              <a:latin typeface="Times New Roman" pitchFamily="18" charset="0"/>
              <a:ea typeface="ＭＳ Ｐゴシック" pitchFamily="34" charset="-128"/>
              <a:cs typeface="+mn-cs"/>
            </a:endParaRPr>
          </a:p>
        </p:txBody>
      </p:sp>
      <p:pic>
        <p:nvPicPr>
          <p:cNvPr id="8" name="Picture 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2"/>
          <p:cNvSpPr>
            <a:spLocks noGrp="1" noChangeArrowheads="1"/>
          </p:cNvSpPr>
          <p:nvPr>
            <p:ph type="ctrTitle"/>
          </p:nvPr>
        </p:nvSpPr>
        <p:spPr>
          <a:xfrm>
            <a:off x="391584" y="919286"/>
            <a:ext cx="10871200" cy="1905000"/>
          </a:xfrm>
        </p:spPr>
        <p:txBody>
          <a:bodyPr anchor="b"/>
          <a:lstStyle>
            <a:lvl1pPr algn="l">
              <a:defRPr sz="4800" b="1">
                <a:solidFill>
                  <a:srgbClr val="FFFFFF"/>
                </a:solidFill>
                <a:latin typeface="Arial Black"/>
                <a:cs typeface="Arial Black"/>
              </a:defRPr>
            </a:lvl1pPr>
          </a:lstStyle>
          <a:p>
            <a:r>
              <a:rPr lang="en-US"/>
              <a:t>Click to edit Master title style</a:t>
            </a:r>
            <a:endParaRPr lang="en-US" dirty="0"/>
          </a:p>
        </p:txBody>
      </p:sp>
      <p:sp>
        <p:nvSpPr>
          <p:cNvPr id="7" name="Rectangle 3"/>
          <p:cNvSpPr>
            <a:spLocks noGrp="1" noChangeArrowheads="1"/>
          </p:cNvSpPr>
          <p:nvPr>
            <p:ph type="subTitle" idx="1"/>
          </p:nvPr>
        </p:nvSpPr>
        <p:spPr>
          <a:xfrm>
            <a:off x="391584" y="3563476"/>
            <a:ext cx="10865224" cy="2178423"/>
          </a:xfrm>
        </p:spPr>
        <p:txBody>
          <a:bodyPr/>
          <a:lstStyle>
            <a:lvl1pPr marL="0" indent="0" algn="l">
              <a:buFontTx/>
              <a:buNone/>
              <a:defRPr>
                <a:solidFill>
                  <a:srgbClr val="FFFFFF"/>
                </a:solidFill>
                <a:latin typeface="Franklin Gothic Medium" pitchFamily="34" charset="0"/>
              </a:defRPr>
            </a:lvl1pPr>
          </a:lstStyle>
          <a:p>
            <a:r>
              <a:rPr lang="en-US"/>
              <a:t>Click to edit Master subtitle style</a:t>
            </a:r>
            <a:endParaRPr lang="en-US" dirty="0"/>
          </a:p>
        </p:txBody>
      </p:sp>
      <p:sp>
        <p:nvSpPr>
          <p:cNvPr id="11" name="Text Box 4"/>
          <p:cNvSpPr txBox="1">
            <a:spLocks noChangeArrowheads="1"/>
          </p:cNvSpPr>
          <p:nvPr userDrawn="1"/>
        </p:nvSpPr>
        <p:spPr bwMode="auto">
          <a:xfrm>
            <a:off x="364069" y="6534155"/>
            <a:ext cx="5489223" cy="353943"/>
          </a:xfrm>
          <a:prstGeom prst="rect">
            <a:avLst/>
          </a:prstGeom>
          <a:noFill/>
          <a:ln w="12700">
            <a:noFill/>
            <a:miter lim="800000"/>
            <a:headEnd type="none" w="sm" len="sm"/>
            <a:tailEnd type="none" w="sm" len="sm"/>
          </a:ln>
          <a:effectLst/>
        </p:spPr>
        <p:txBody>
          <a:bodyPr wrap="square"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1"/>
                </a:solidFill>
                <a:latin typeface="Calibri"/>
                <a:cs typeface="Calibri"/>
              </a:rPr>
              <a:t>Copyright © 2014 Optymyze Pte. Ltd.  All Rights Reserved. Confidential Information.</a:t>
            </a:r>
          </a:p>
          <a:p>
            <a:pPr algn="l">
              <a:spcBef>
                <a:spcPct val="50000"/>
              </a:spcBef>
              <a:defRPr/>
            </a:pPr>
            <a:endParaRPr lang="en-US" sz="800">
              <a:solidFill>
                <a:schemeClr val="bg1"/>
              </a:solidFill>
              <a:latin typeface="Calibri"/>
              <a:cs typeface="Calibri"/>
            </a:endParaRPr>
          </a:p>
        </p:txBody>
      </p:sp>
      <p:pic>
        <p:nvPicPr>
          <p:cNvPr id="10" name="Picture 9" descr="Optymyze_Logo2_revsm2.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9820007" y="6361578"/>
            <a:ext cx="2164468" cy="413954"/>
          </a:xfrm>
          <a:prstGeom prst="rect">
            <a:avLst/>
          </a:prstGeom>
        </p:spPr>
      </p:pic>
    </p:spTree>
    <p:extLst>
      <p:ext uri="{BB962C8B-B14F-4D97-AF65-F5344CB8AC3E}">
        <p14:creationId xmlns:p14="http://schemas.microsoft.com/office/powerpoint/2010/main" val="1959359046"/>
      </p:ext>
    </p:extLst>
  </p:cSld>
  <p:clrMapOvr>
    <a:masterClrMapping/>
  </p:clrMapOvr>
  <p:transition>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ark Bulle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0" y="0"/>
            <a:ext cx="12192000" cy="6858000"/>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a:lstStyle/>
          <a:p>
            <a:pPr algn="r" eaLnBrk="0" hangingPunct="0">
              <a:defRPr/>
            </a:pPr>
            <a:endParaRPr lang="en-US" sz="2400">
              <a:solidFill>
                <a:schemeClr val="tx1"/>
              </a:solidFill>
              <a:latin typeface="Times New Roman" pitchFamily="18" charset="0"/>
              <a:ea typeface="ＭＳ Ｐゴシック" pitchFamily="34" charset="-128"/>
              <a:cs typeface="+mn-cs"/>
            </a:endParaRPr>
          </a:p>
        </p:txBody>
      </p:sp>
      <p:pic>
        <p:nvPicPr>
          <p:cNvPr id="5" name="Picture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10" descr="Optymyze_Logo_white (2).png"/>
          <p:cNvPicPr>
            <a:picLocks noChangeAspect="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9630835" y="6337300"/>
            <a:ext cx="23749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endParaRPr lang="en-US" dirty="0"/>
          </a:p>
        </p:txBody>
      </p:sp>
      <p:sp>
        <p:nvSpPr>
          <p:cNvPr id="7" name="Content Placeholder 2"/>
          <p:cNvSpPr>
            <a:spLocks noGrp="1"/>
          </p:cNvSpPr>
          <p:nvPr>
            <p:ph idx="1"/>
          </p:nvPr>
        </p:nvSpPr>
        <p:spPr>
          <a:xfrm>
            <a:off x="381003" y="1508125"/>
            <a:ext cx="11283951" cy="4799013"/>
          </a:xfrm>
        </p:spPr>
        <p:txBody>
          <a:bodyPr/>
          <a:lstStyle>
            <a:lvl1pPr>
              <a:buClr>
                <a:schemeClr val="bg1"/>
              </a:buClr>
              <a:defRPr>
                <a:solidFill>
                  <a:schemeClr val="bg1"/>
                </a:solidFill>
              </a:defRPr>
            </a:lvl1pPr>
            <a:lvl2pPr>
              <a:buClr>
                <a:schemeClr val="bg1"/>
              </a:buClr>
              <a:defRPr b="0">
                <a:solidFill>
                  <a:schemeClr val="bg1"/>
                </a:solidFill>
              </a:defRPr>
            </a:lvl2pPr>
            <a:lvl3pPr>
              <a:buClr>
                <a:schemeClr val="bg1">
                  <a:lumMod val="95000"/>
                </a:schemeClr>
              </a:buClr>
              <a:defRPr b="0">
                <a:solidFill>
                  <a:schemeClr val="bg1">
                    <a:lumMod val="95000"/>
                  </a:schemeClr>
                </a:solidFill>
              </a:defRPr>
            </a:lvl3pPr>
            <a:lvl4pPr>
              <a:buClr>
                <a:schemeClr val="bg1">
                  <a:lumMod val="85000"/>
                </a:schemeClr>
              </a:buClr>
              <a:defRPr b="0">
                <a:solidFill>
                  <a:schemeClr val="bg1">
                    <a:lumMod val="8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Box 4"/>
          <p:cNvSpPr txBox="1">
            <a:spLocks noChangeArrowheads="1"/>
          </p:cNvSpPr>
          <p:nvPr userDrawn="1"/>
        </p:nvSpPr>
        <p:spPr bwMode="auto">
          <a:xfrm>
            <a:off x="364069" y="6534155"/>
            <a:ext cx="5489223" cy="169277"/>
          </a:xfrm>
          <a:prstGeom prst="rect">
            <a:avLst/>
          </a:prstGeom>
          <a:noFill/>
          <a:ln w="12700">
            <a:noFill/>
            <a:miter lim="800000"/>
            <a:headEnd type="none" w="sm" len="sm"/>
            <a:tailEnd type="none" w="sm" len="sm"/>
          </a:ln>
          <a:effectLst/>
        </p:spPr>
        <p:txBody>
          <a:bodyPr wrap="square"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1"/>
                </a:solidFill>
                <a:latin typeface="Calibri"/>
                <a:cs typeface="Calibri"/>
              </a:rPr>
              <a:t>Copyright © 2013 Optymyze Pte. Ltd.  All Rights Reserved. Confidential Information.</a:t>
            </a:r>
          </a:p>
        </p:txBody>
      </p:sp>
    </p:spTree>
    <p:extLst>
      <p:ext uri="{BB962C8B-B14F-4D97-AF65-F5344CB8AC3E}">
        <p14:creationId xmlns:p14="http://schemas.microsoft.com/office/powerpoint/2010/main" val="3498386828"/>
      </p:ext>
    </p:extLst>
  </p:cSld>
  <p:clrMapOvr>
    <a:masterClrMapping/>
  </p:clrMapOvr>
  <p:transition>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cstate="email">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7" name="Group 65"/>
          <p:cNvGrpSpPr/>
          <p:nvPr/>
        </p:nvGrpSpPr>
        <p:grpSpPr>
          <a:xfrm>
            <a:off x="1" y="1"/>
            <a:ext cx="3073401" cy="6858001"/>
            <a:chOff x="0" y="0"/>
            <a:chExt cx="2305051" cy="6858001"/>
          </a:xfrm>
          <a:gradFill flip="none" rotWithShape="1">
            <a:gsLst>
              <a:gs pos="0">
                <a:schemeClr val="tx2"/>
              </a:gs>
              <a:gs pos="100000">
                <a:schemeClr val="tx2">
                  <a:lumMod val="5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2533651"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2533651"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734736" y="5410203"/>
            <a:ext cx="2743200" cy="365125"/>
          </a:xfrm>
        </p:spPr>
        <p:txBody>
          <a:bodyPr/>
          <a:lstStyle/>
          <a:p>
            <a:fld id="{68571632-7C60-4878-8FB2-C40801D7D6BD}" type="datetimeFigureOut">
              <a:rPr lang="en-US" smtClean="0"/>
              <a:pPr/>
              <a:t>4/22/2021</a:t>
            </a:fld>
            <a:endParaRPr lang="en-US"/>
          </a:p>
        </p:txBody>
      </p:sp>
      <p:sp>
        <p:nvSpPr>
          <p:cNvPr id="5" name="Footer Placeholder 4"/>
          <p:cNvSpPr>
            <a:spLocks noGrp="1"/>
          </p:cNvSpPr>
          <p:nvPr>
            <p:ph type="ftr" sz="quarter" idx="11"/>
          </p:nvPr>
        </p:nvSpPr>
        <p:spPr>
          <a:xfrm>
            <a:off x="2533650" y="5410203"/>
            <a:ext cx="5124887" cy="365125"/>
          </a:xfrm>
        </p:spPr>
        <p:txBody>
          <a:bodyPr/>
          <a:lstStyle/>
          <a:p>
            <a:endParaRPr lang="en-US"/>
          </a:p>
        </p:txBody>
      </p:sp>
      <p:sp>
        <p:nvSpPr>
          <p:cNvPr id="6" name="Slide Number Placeholder 5"/>
          <p:cNvSpPr>
            <a:spLocks noGrp="1"/>
          </p:cNvSpPr>
          <p:nvPr>
            <p:ph type="sldNum" sz="quarter" idx="12"/>
          </p:nvPr>
        </p:nvSpPr>
        <p:spPr>
          <a:xfrm>
            <a:off x="10554138" y="5410201"/>
            <a:ext cx="771089" cy="365125"/>
          </a:xfrm>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234304468"/>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1141414" y="618518"/>
            <a:ext cx="99059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1141414" y="2249487"/>
            <a:ext cx="99059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7456921" y="5883278"/>
            <a:ext cx="2743200" cy="365125"/>
          </a:xfrm>
        </p:spPr>
        <p:txBody>
          <a:bodyPr/>
          <a:lstStyle/>
          <a:p>
            <a:fld id="{68571632-7C60-4878-8FB2-C40801D7D6BD}" type="datetimeFigureOut">
              <a:rPr lang="en-US" smtClean="0"/>
              <a:pPr/>
              <a:t>4/22/2021</a:t>
            </a:fld>
            <a:endParaRPr lang="en-US"/>
          </a:p>
        </p:txBody>
      </p:sp>
      <p:sp>
        <p:nvSpPr>
          <p:cNvPr id="50" name="Footer Placeholder 4"/>
          <p:cNvSpPr>
            <a:spLocks noGrp="1"/>
          </p:cNvSpPr>
          <p:nvPr>
            <p:ph type="ftr" sz="quarter" idx="11"/>
          </p:nvPr>
        </p:nvSpPr>
        <p:spPr>
          <a:xfrm>
            <a:off x="1141412" y="5883277"/>
            <a:ext cx="6239309" cy="365125"/>
          </a:xfrm>
        </p:spPr>
        <p:txBody>
          <a:bodyPr/>
          <a:lstStyle/>
          <a:p>
            <a:endParaRPr lang="en-US"/>
          </a:p>
        </p:txBody>
      </p:sp>
      <p:sp>
        <p:nvSpPr>
          <p:cNvPr id="51" name="Slide Number Placeholder 5"/>
          <p:cNvSpPr>
            <a:spLocks noGrp="1"/>
          </p:cNvSpPr>
          <p:nvPr>
            <p:ph type="sldNum" sz="quarter" idx="12"/>
          </p:nvPr>
        </p:nvSpPr>
        <p:spPr>
          <a:xfrm>
            <a:off x="10276322" y="5883276"/>
            <a:ext cx="771089" cy="365125"/>
          </a:xfrm>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402960295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8"/>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571632-7C60-4878-8FB2-C40801D7D6BD}" type="datetimeFigureOut">
              <a:rPr lang="en-US" smtClean="0"/>
              <a:pPr/>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1702389018"/>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1"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571632-7C60-4878-8FB2-C40801D7D6BD}"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32264940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8"/>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38537" y="2249486"/>
            <a:ext cx="45812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1" y="3073399"/>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69323" y="2249485"/>
            <a:ext cx="4578087"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9"/>
            <a:ext cx="487521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571632-7C60-4878-8FB2-C40801D7D6BD}" type="datetimeFigureOut">
              <a:rPr lang="en-US" smtClean="0"/>
              <a:pPr/>
              <a:t>4/22/2021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382030865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571632-7C60-4878-8FB2-C40801D7D6BD}" type="datetimeFigureOut">
              <a:rPr lang="en-US" smtClean="0"/>
              <a:pPr/>
              <a:t>4/22/2021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277205509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571632-7C60-4878-8FB2-C40801D7D6BD}" type="datetimeFigureOut">
              <a:rPr lang="en-US" smtClean="0"/>
              <a:pPr/>
              <a:t>4/22/2021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777365423"/>
      </p:ext>
    </p:extLst>
  </p:cSld>
  <p:clrMapOvr>
    <a:masterClrMapping/>
  </p:clrMapOvr>
  <p:transition>
    <p:wipe di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6"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1"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6"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571632-7C60-4878-8FB2-C40801D7D6BD}"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4135203973"/>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5" y="609600"/>
            <a:ext cx="5005283"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443822" y="609600"/>
            <a:ext cx="4603591"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412" y="2249486"/>
            <a:ext cx="5005285"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571632-7C60-4878-8FB2-C40801D7D6BD}"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2030188592"/>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4304666"/>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5"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365"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598955039"/>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7"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1" y="4419601"/>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783073937"/>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1"/>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3"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
        <p:nvSpPr>
          <p:cNvPr id="52" name="TextBox 51"/>
          <p:cNvSpPr txBox="1"/>
          <p:nvPr/>
        </p:nvSpPr>
        <p:spPr>
          <a:xfrm>
            <a:off x="928772" y="7184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53" name="TextBox 52"/>
          <p:cNvSpPr txBox="1"/>
          <p:nvPr/>
        </p:nvSpPr>
        <p:spPr>
          <a:xfrm>
            <a:off x="10423297"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Tree>
    <p:extLst>
      <p:ext uri="{BB962C8B-B14F-4D97-AF65-F5344CB8AC3E}">
        <p14:creationId xmlns:p14="http://schemas.microsoft.com/office/powerpoint/2010/main" val="925038003"/>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2134043"/>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5"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4/22/2021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976463802"/>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4" y="609600"/>
            <a:ext cx="99059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1" y="2674463"/>
            <a:ext cx="319689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41412" y="3360263"/>
            <a:ext cx="3195243"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8" y="2677635"/>
            <a:ext cx="3184385"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14767" y="3363435"/>
            <a:ext cx="3185277"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3" y="2674463"/>
            <a:ext cx="3194968"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3"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4/22/2021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71327201"/>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3"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p>
        </p:txBody>
      </p:sp>
      <p:sp>
        <p:nvSpPr>
          <p:cNvPr id="21" name="Text Placeholder 3"/>
          <p:cNvSpPr>
            <a:spLocks noGrp="1"/>
          </p:cNvSpPr>
          <p:nvPr>
            <p:ph type="body" sz="half" idx="18"/>
          </p:nvPr>
        </p:nvSpPr>
        <p:spPr>
          <a:xfrm>
            <a:off x="1141413" y="4980860"/>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4"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8"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4"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p>
        </p:txBody>
      </p:sp>
      <p:sp>
        <p:nvSpPr>
          <p:cNvPr id="27" name="Text Placeholder 3"/>
          <p:cNvSpPr>
            <a:spLocks noGrp="1"/>
          </p:cNvSpPr>
          <p:nvPr>
            <p:ph type="body" sz="half" idx="20"/>
          </p:nvPr>
        </p:nvSpPr>
        <p:spPr>
          <a:xfrm>
            <a:off x="7852443" y="4980856"/>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4/22/2021</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40427190"/>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71632-7C60-4878-8FB2-C40801D7D6BD}" type="datetimeFigureOut">
              <a:rPr lang="en-US" smtClean="0"/>
              <a:pPr/>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1308405521"/>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1" y="609601"/>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601"/>
            <a:ext cx="7748591"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71632-7C60-4878-8FB2-C40801D7D6BD}" type="datetimeFigureOut">
              <a:rPr lang="en-US" smtClean="0"/>
              <a:pPr/>
              <a:t>4/22/2021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337511-DDD3-4E71-819F-3C51668910B8}" type="slidenum">
              <a:rPr lang="en-US" smtClean="0"/>
              <a:pPr/>
              <a:t>‹#›</a:t>
            </a:fld>
            <a:endParaRPr lang="en-US"/>
          </a:p>
        </p:txBody>
      </p:sp>
    </p:spTree>
    <p:extLst>
      <p:ext uri="{BB962C8B-B14F-4D97-AF65-F5344CB8AC3E}">
        <p14:creationId xmlns:p14="http://schemas.microsoft.com/office/powerpoint/2010/main" val="897475962"/>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Dark Blank">
    <p:spTree>
      <p:nvGrpSpPr>
        <p:cNvPr id="1" name=""/>
        <p:cNvGrpSpPr/>
        <p:nvPr/>
      </p:nvGrpSpPr>
      <p:grpSpPr>
        <a:xfrm>
          <a:off x="0" y="0"/>
          <a:ext cx="0" cy="0"/>
          <a:chOff x="0" y="0"/>
          <a:chExt cx="0" cy="0"/>
        </a:xfrm>
      </p:grpSpPr>
      <p:pic>
        <p:nvPicPr>
          <p:cNvPr id="5" name="Picture 4" descr="Optymyze_LogoR_med.r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757" y="1582841"/>
            <a:ext cx="9107187" cy="1673927"/>
          </a:xfrm>
          <a:prstGeom prst="rect">
            <a:avLst/>
          </a:prstGeom>
        </p:spPr>
      </p:pic>
    </p:spTree>
    <p:extLst>
      <p:ext uri="{BB962C8B-B14F-4D97-AF65-F5344CB8AC3E}">
        <p14:creationId xmlns:p14="http://schemas.microsoft.com/office/powerpoint/2010/main" val="1784916729"/>
      </p:ext>
    </p:extLst>
  </p:cSld>
  <p:clrMapOvr>
    <a:masterClrMapping/>
  </p:clrMapOvr>
  <p:transition>
    <p:wipe dir="d"/>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Dark Blank">
    <p:spTree>
      <p:nvGrpSpPr>
        <p:cNvPr id="1" name=""/>
        <p:cNvGrpSpPr/>
        <p:nvPr/>
      </p:nvGrpSpPr>
      <p:grpSpPr>
        <a:xfrm>
          <a:off x="0" y="0"/>
          <a:ext cx="0" cy="0"/>
          <a:chOff x="0" y="0"/>
          <a:chExt cx="0" cy="0"/>
        </a:xfrm>
      </p:grpSpPr>
      <p:sp>
        <p:nvSpPr>
          <p:cNvPr id="2" name="Rectangle 1"/>
          <p:cNvSpPr/>
          <p:nvPr/>
        </p:nvSpPr>
        <p:spPr bwMode="auto">
          <a:xfrm>
            <a:off x="9525298" y="6271148"/>
            <a:ext cx="2666705" cy="586857"/>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5" name="Picture 4" descr="Optymyze_LogoR_med.rev.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9757" y="1582845"/>
            <a:ext cx="9107187" cy="1673927"/>
          </a:xfrm>
          <a:prstGeom prst="rect">
            <a:avLst/>
          </a:prstGeom>
        </p:spPr>
      </p:pic>
    </p:spTree>
    <p:extLst>
      <p:ext uri="{BB962C8B-B14F-4D97-AF65-F5344CB8AC3E}">
        <p14:creationId xmlns:p14="http://schemas.microsoft.com/office/powerpoint/2010/main" val="633926967"/>
      </p:ext>
    </p:extLst>
  </p:cSld>
  <p:clrMapOvr>
    <a:masterClrMapping/>
  </p:clrMapOvr>
  <p:transition>
    <p:wipe dir="d"/>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ark Title Slide">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73809" y="919286"/>
            <a:ext cx="10871200" cy="1905000"/>
          </a:xfrm>
        </p:spPr>
        <p:txBody>
          <a:bodyPr anchor="b"/>
          <a:lstStyle>
            <a:lvl1pPr algn="ctr">
              <a:defRPr sz="4800" b="1">
                <a:solidFill>
                  <a:srgbClr val="FFFFFF"/>
                </a:solidFill>
                <a:latin typeface="Arial Black"/>
                <a:cs typeface="Arial Black"/>
              </a:defRPr>
            </a:lvl1pPr>
          </a:lstStyle>
          <a:p>
            <a:r>
              <a:rPr lang="en-US"/>
              <a:t>Click to edit Master title style</a:t>
            </a:r>
            <a:endParaRPr lang="en-US" dirty="0"/>
          </a:p>
        </p:txBody>
      </p:sp>
      <p:sp>
        <p:nvSpPr>
          <p:cNvPr id="7" name="Rectangle 3"/>
          <p:cNvSpPr>
            <a:spLocks noGrp="1" noChangeArrowheads="1"/>
          </p:cNvSpPr>
          <p:nvPr>
            <p:ph type="subTitle" idx="1"/>
          </p:nvPr>
        </p:nvSpPr>
        <p:spPr>
          <a:xfrm>
            <a:off x="673809" y="3563476"/>
            <a:ext cx="10865224" cy="2178423"/>
          </a:xfrm>
        </p:spPr>
        <p:txBody>
          <a:bodyPr/>
          <a:lstStyle>
            <a:lvl1pPr marL="0" indent="0" algn="ctr">
              <a:buFontTx/>
              <a:buNone/>
              <a:defRPr>
                <a:solidFill>
                  <a:srgbClr val="FFFFFF"/>
                </a:solidFill>
                <a:latin typeface="Franklin Gothic Medium" pitchFamily="34" charset="0"/>
              </a:defRPr>
            </a:lvl1pPr>
          </a:lstStyle>
          <a:p>
            <a:r>
              <a:rPr lang="en-US"/>
              <a:t>Click to edit Master subtitle style</a:t>
            </a:r>
            <a:endParaRPr lang="en-US" dirty="0"/>
          </a:p>
        </p:txBody>
      </p:sp>
    </p:spTree>
    <p:extLst>
      <p:ext uri="{BB962C8B-B14F-4D97-AF65-F5344CB8AC3E}">
        <p14:creationId xmlns:p14="http://schemas.microsoft.com/office/powerpoint/2010/main" val="1979448248"/>
      </p:ext>
    </p:extLst>
  </p:cSld>
  <p:clrMapOvr>
    <a:masterClrMapping/>
  </p:clrMapOvr>
  <p:transition>
    <p:wipe dir="d"/>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ark Bullet">
    <p:spTree>
      <p:nvGrpSpPr>
        <p:cNvPr id="1" name=""/>
        <p:cNvGrpSpPr/>
        <p:nvPr/>
      </p:nvGrpSpPr>
      <p:grpSpPr>
        <a:xfrm>
          <a:off x="0" y="0"/>
          <a:ext cx="0" cy="0"/>
          <a:chOff x="0" y="0"/>
          <a:chExt cx="0" cy="0"/>
        </a:xfrm>
      </p:grpSpPr>
      <p:sp>
        <p:nvSpPr>
          <p:cNvPr id="6"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endParaRPr lang="en-US" dirty="0"/>
          </a:p>
        </p:txBody>
      </p:sp>
      <p:sp>
        <p:nvSpPr>
          <p:cNvPr id="7" name="Content Placeholder 2"/>
          <p:cNvSpPr>
            <a:spLocks noGrp="1"/>
          </p:cNvSpPr>
          <p:nvPr>
            <p:ph idx="1"/>
          </p:nvPr>
        </p:nvSpPr>
        <p:spPr>
          <a:xfrm>
            <a:off x="381003" y="1508125"/>
            <a:ext cx="11283951" cy="4799013"/>
          </a:xfrm>
        </p:spPr>
        <p:txBody>
          <a:bodyPr/>
          <a:lstStyle>
            <a:lvl1pPr>
              <a:buClr>
                <a:schemeClr val="bg1"/>
              </a:buClr>
              <a:defRPr>
                <a:solidFill>
                  <a:schemeClr val="bg1"/>
                </a:solidFill>
              </a:defRPr>
            </a:lvl1pPr>
            <a:lvl2pPr>
              <a:buClr>
                <a:schemeClr val="bg1"/>
              </a:buClr>
              <a:defRPr b="0">
                <a:solidFill>
                  <a:schemeClr val="bg1"/>
                </a:solidFill>
              </a:defRPr>
            </a:lvl2pPr>
            <a:lvl3pPr>
              <a:buClr>
                <a:schemeClr val="bg1">
                  <a:lumMod val="95000"/>
                </a:schemeClr>
              </a:buClr>
              <a:defRPr b="0">
                <a:solidFill>
                  <a:schemeClr val="bg1">
                    <a:lumMod val="95000"/>
                  </a:schemeClr>
                </a:solidFill>
              </a:defRPr>
            </a:lvl3pPr>
            <a:lvl4pPr>
              <a:buClr>
                <a:schemeClr val="bg1">
                  <a:lumMod val="85000"/>
                </a:schemeClr>
              </a:buClr>
              <a:defRPr b="0">
                <a:solidFill>
                  <a:schemeClr val="bg1">
                    <a:lumMod val="8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24380302"/>
      </p:ext>
    </p:extLst>
  </p:cSld>
  <p:clrMapOvr>
    <a:masterClrMapping/>
  </p:clrMapOvr>
  <p:transition>
    <p:wipe dir="d"/>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ark Object">
    <p:spTree>
      <p:nvGrpSpPr>
        <p:cNvPr id="1" name=""/>
        <p:cNvGrpSpPr/>
        <p:nvPr/>
      </p:nvGrpSpPr>
      <p:grpSpPr>
        <a:xfrm>
          <a:off x="0" y="0"/>
          <a:ext cx="0" cy="0"/>
          <a:chOff x="0" y="0"/>
          <a:chExt cx="0" cy="0"/>
        </a:xfrm>
      </p:grpSpPr>
      <p:sp>
        <p:nvSpPr>
          <p:cNvPr id="8"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p>
        </p:txBody>
      </p:sp>
      <p:sp>
        <p:nvSpPr>
          <p:cNvPr id="9" name="Content Placeholder 2"/>
          <p:cNvSpPr>
            <a:spLocks noGrp="1"/>
          </p:cNvSpPr>
          <p:nvPr>
            <p:ph idx="1"/>
          </p:nvPr>
        </p:nvSpPr>
        <p:spPr>
          <a:xfrm>
            <a:off x="381164" y="1508125"/>
            <a:ext cx="11283949" cy="4799012"/>
          </a:xfrm>
        </p:spPr>
        <p:txBody>
          <a:bodyPr/>
          <a:lstStyle>
            <a:lvl1pPr marL="0" indent="0" algn="l">
              <a:buNone/>
              <a:defRPr>
                <a:solidFill>
                  <a:schemeClr val="bg1"/>
                </a:solidFill>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1494944318"/>
      </p:ext>
    </p:extLst>
  </p:cSld>
  <p:clrMapOvr>
    <a:masterClrMapping/>
  </p:clrMapOvr>
  <p:transition>
    <p:wipe dir="d"/>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ark Header Only">
    <p:spTree>
      <p:nvGrpSpPr>
        <p:cNvPr id="1" name=""/>
        <p:cNvGrpSpPr/>
        <p:nvPr/>
      </p:nvGrpSpPr>
      <p:grpSpPr>
        <a:xfrm>
          <a:off x="0" y="0"/>
          <a:ext cx="0" cy="0"/>
          <a:chOff x="0" y="0"/>
          <a:chExt cx="0" cy="0"/>
        </a:xfrm>
      </p:grpSpPr>
      <p:sp>
        <p:nvSpPr>
          <p:cNvPr id="12" name="Title 1"/>
          <p:cNvSpPr>
            <a:spLocks noGrp="1"/>
          </p:cNvSpPr>
          <p:nvPr>
            <p:ph type="title"/>
          </p:nvPr>
        </p:nvSpPr>
        <p:spPr>
          <a:xfrm>
            <a:off x="391584" y="246063"/>
            <a:ext cx="11283949" cy="1220008"/>
          </a:xfrm>
        </p:spPr>
        <p:txBody>
          <a:bodyPr/>
          <a:lstStyle>
            <a:lvl1pPr>
              <a:defRPr>
                <a:solidFill>
                  <a:srgbClr val="FFFFFF"/>
                </a:solidFill>
              </a:defRPr>
            </a:lvl1pPr>
          </a:lstStyle>
          <a:p>
            <a:r>
              <a:rPr lang="en-US"/>
              <a:t>Click to edit Master title style</a:t>
            </a:r>
            <a:endParaRPr lang="en-US" dirty="0"/>
          </a:p>
        </p:txBody>
      </p:sp>
    </p:spTree>
    <p:extLst>
      <p:ext uri="{BB962C8B-B14F-4D97-AF65-F5344CB8AC3E}">
        <p14:creationId xmlns:p14="http://schemas.microsoft.com/office/powerpoint/2010/main" val="3281525603"/>
      </p:ext>
    </p:extLst>
  </p:cSld>
  <p:clrMapOvr>
    <a:masterClrMapping/>
  </p:clrMapOvr>
  <p:transition>
    <p:wipe dir="d"/>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ark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807412"/>
      </p:ext>
    </p:extLst>
  </p:cSld>
  <p:clrMapOvr>
    <a:masterClrMapping/>
  </p:clrMapOvr>
  <p:transition>
    <p:wipe dir="d"/>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Dark 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594"/>
            <a:ext cx="12192000" cy="6855411"/>
          </a:xfrm>
          <a:prstGeom prst="rect">
            <a:avLst/>
          </a:prstGeom>
        </p:spPr>
      </p:pic>
    </p:spTree>
    <p:extLst>
      <p:ext uri="{BB962C8B-B14F-4D97-AF65-F5344CB8AC3E}">
        <p14:creationId xmlns:p14="http://schemas.microsoft.com/office/powerpoint/2010/main" val="327254586"/>
      </p:ext>
    </p:extLst>
  </p:cSld>
  <p:clrMapOvr>
    <a:masterClrMapping/>
  </p:clrMapOvr>
  <p:transition>
    <p:wipe dir="d"/>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ight Tile and Objec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164" y="1508125"/>
            <a:ext cx="11283949" cy="4799012"/>
          </a:xfrm>
        </p:spPr>
        <p:txBody>
          <a:bodyPr/>
          <a:lstStyle>
            <a:lvl1pPr marL="0" indent="0" algn="l">
              <a:buNone/>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2619475805"/>
      </p:ext>
    </p:extLst>
  </p:cSld>
  <p:clrMapOvr>
    <a:masterClrMapping/>
  </p:clrMapOvr>
  <p:transition>
    <p:wipe dir="d"/>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Sing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6768" y="252413"/>
            <a:ext cx="11555589" cy="645054"/>
          </a:xfrm>
        </p:spPr>
        <p:txBody>
          <a:bodyPr/>
          <a:lstStyle/>
          <a:p>
            <a:r>
              <a:rPr lang="en-US"/>
              <a:t>Click to edit Master title style</a:t>
            </a:r>
            <a:endParaRPr lang="en-US" dirty="0"/>
          </a:p>
        </p:txBody>
      </p:sp>
      <p:sp>
        <p:nvSpPr>
          <p:cNvPr id="4" name="Rectangle 2"/>
          <p:cNvSpPr>
            <a:spLocks noGrp="1" noChangeArrowheads="1"/>
          </p:cNvSpPr>
          <p:nvPr>
            <p:ph idx="1"/>
          </p:nvPr>
        </p:nvSpPr>
        <p:spPr bwMode="white">
          <a:xfrm>
            <a:off x="381003" y="1041401"/>
            <a:ext cx="11283951" cy="5265738"/>
          </a:xfrm>
          <a:prstGeom prst="rect">
            <a:avLst/>
          </a:prstGeom>
          <a:noFill/>
          <a:ln w="9525">
            <a:noFill/>
            <a:miter lim="800000"/>
            <a:headEnd/>
            <a:tailEnd/>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0669479"/>
      </p:ext>
    </p:extLst>
  </p:cSld>
  <p:clrMapOvr>
    <a:masterClrMapping/>
  </p:clrMapOvr>
  <p:transition>
    <p:wipe dir="d"/>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p:cNvSpPr>
            <a:spLocks noGrp="1"/>
          </p:cNvSpPr>
          <p:nvPr>
            <p:ph type="title"/>
          </p:nvPr>
        </p:nvSpPr>
        <p:spPr>
          <a:xfrm>
            <a:off x="391584" y="246063"/>
            <a:ext cx="11283949" cy="1220008"/>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59291012"/>
      </p:ext>
    </p:extLst>
  </p:cSld>
  <p:clrMapOvr>
    <a:masterClrMapping/>
  </p:clrMapOvr>
  <p:transition>
    <p:wipe dir="d"/>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Dark 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0" y="0"/>
            <a:ext cx="12192000" cy="6858000"/>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a:lstStyle/>
          <a:p>
            <a:pPr algn="r" eaLnBrk="0" hangingPunct="0">
              <a:defRPr/>
            </a:pPr>
            <a:endParaRPr lang="en-US" sz="2400">
              <a:solidFill>
                <a:schemeClr val="tx1"/>
              </a:solidFill>
              <a:latin typeface="Times New Roman" pitchFamily="18" charset="0"/>
              <a:ea typeface="ＭＳ Ｐゴシック" pitchFamily="34" charset="-128"/>
              <a:cs typeface="+mn-cs"/>
            </a:endParaRPr>
          </a:p>
        </p:txBody>
      </p:sp>
      <p:pic>
        <p:nvPicPr>
          <p:cNvPr id="8" name="Picture 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ctrTitle"/>
          </p:nvPr>
        </p:nvSpPr>
        <p:spPr>
          <a:xfrm>
            <a:off x="391584" y="919286"/>
            <a:ext cx="10871200" cy="1905000"/>
          </a:xfrm>
        </p:spPr>
        <p:txBody>
          <a:bodyPr anchor="b"/>
          <a:lstStyle>
            <a:lvl1pPr algn="l">
              <a:defRPr sz="4800" b="1">
                <a:solidFill>
                  <a:srgbClr val="0078C1"/>
                </a:solidFill>
                <a:latin typeface="Arial Black"/>
                <a:cs typeface="Arial Black"/>
              </a:defRPr>
            </a:lvl1pPr>
          </a:lstStyle>
          <a:p>
            <a:r>
              <a:rPr lang="en-US"/>
              <a:t>Click to edit Master title style</a:t>
            </a:r>
            <a:endParaRPr lang="en-US" dirty="0"/>
          </a:p>
        </p:txBody>
      </p:sp>
      <p:sp>
        <p:nvSpPr>
          <p:cNvPr id="7" name="Rectangle 3"/>
          <p:cNvSpPr>
            <a:spLocks noGrp="1" noChangeArrowheads="1"/>
          </p:cNvSpPr>
          <p:nvPr>
            <p:ph type="subTitle" idx="1"/>
          </p:nvPr>
        </p:nvSpPr>
        <p:spPr>
          <a:xfrm>
            <a:off x="391584" y="3563476"/>
            <a:ext cx="10865224" cy="2178423"/>
          </a:xfrm>
        </p:spPr>
        <p:txBody>
          <a:bodyPr/>
          <a:lstStyle>
            <a:lvl1pPr marL="0" indent="0" algn="l">
              <a:buFontTx/>
              <a:buNone/>
              <a:defRPr>
                <a:solidFill>
                  <a:srgbClr val="FFFFFF"/>
                </a:solidFill>
                <a:latin typeface="Franklin Gothic Medium" pitchFamily="34" charset="0"/>
              </a:defRPr>
            </a:lvl1pPr>
          </a:lstStyle>
          <a:p>
            <a:r>
              <a:rPr lang="en-US"/>
              <a:t>Click to edit Master subtitle style</a:t>
            </a:r>
            <a:endParaRPr lang="en-US" dirty="0"/>
          </a:p>
        </p:txBody>
      </p:sp>
      <p:sp>
        <p:nvSpPr>
          <p:cNvPr id="11" name="Text Box 4"/>
          <p:cNvSpPr txBox="1">
            <a:spLocks noChangeArrowheads="1"/>
          </p:cNvSpPr>
          <p:nvPr userDrawn="1"/>
        </p:nvSpPr>
        <p:spPr bwMode="auto">
          <a:xfrm>
            <a:off x="364069" y="6534155"/>
            <a:ext cx="5489223" cy="353943"/>
          </a:xfrm>
          <a:prstGeom prst="rect">
            <a:avLst/>
          </a:prstGeom>
          <a:noFill/>
          <a:ln w="12700">
            <a:noFill/>
            <a:miter lim="800000"/>
            <a:headEnd type="none" w="sm" len="sm"/>
            <a:tailEnd type="none" w="sm" len="sm"/>
          </a:ln>
          <a:effectLst/>
        </p:spPr>
        <p:txBody>
          <a:bodyPr wrap="square"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1"/>
                </a:solidFill>
                <a:latin typeface="Calibri"/>
                <a:cs typeface="Calibri"/>
              </a:rPr>
              <a:t>Copyright © 2014 Optymyze Pte. Ltd.  All Rights Reserved. Confidential Information.</a:t>
            </a:r>
          </a:p>
          <a:p>
            <a:pPr algn="l">
              <a:spcBef>
                <a:spcPct val="50000"/>
              </a:spcBef>
              <a:defRPr/>
            </a:pPr>
            <a:endParaRPr lang="en-US" sz="800">
              <a:solidFill>
                <a:schemeClr val="bg1"/>
              </a:solidFill>
              <a:latin typeface="Calibri"/>
              <a:cs typeface="Calibri"/>
            </a:endParaRPr>
          </a:p>
        </p:txBody>
      </p:sp>
      <p:pic>
        <p:nvPicPr>
          <p:cNvPr id="10" name="Picture 9" descr="Optymyze_Logo2_revsm2.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9820007" y="6361578"/>
            <a:ext cx="2164468" cy="413954"/>
          </a:xfrm>
          <a:prstGeom prst="rect">
            <a:avLst/>
          </a:prstGeom>
        </p:spPr>
      </p:pic>
    </p:spTree>
    <p:extLst>
      <p:ext uri="{BB962C8B-B14F-4D97-AF65-F5344CB8AC3E}">
        <p14:creationId xmlns:p14="http://schemas.microsoft.com/office/powerpoint/2010/main" val="1959359046"/>
      </p:ext>
    </p:extLst>
  </p:cSld>
  <p:clrMapOvr>
    <a:masterClrMapping/>
  </p:clrMapOvr>
  <p:transition>
    <p:wipe dir="d"/>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1585" y="1508125"/>
            <a:ext cx="380103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91585" y="2254926"/>
            <a:ext cx="3801035" cy="3951288"/>
          </a:xfrm>
        </p:spPr>
        <p:txBody>
          <a:bodyPr/>
          <a:lstStyle>
            <a:lvl1pPr>
              <a:defRPr sz="2400"/>
            </a:lvl1pPr>
            <a:lvl2pPr>
              <a:defRPr sz="2000" b="0"/>
            </a:lvl2pPr>
            <a:lvl3pPr>
              <a:defRPr sz="1800" b="0">
                <a:solidFill>
                  <a:schemeClr val="tx1">
                    <a:lumMod val="85000"/>
                    <a:lumOff val="15000"/>
                  </a:schemeClr>
                </a:solidFill>
              </a:defRPr>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452937" y="1508125"/>
            <a:ext cx="745219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46495" y="2243202"/>
            <a:ext cx="7422776" cy="3951288"/>
          </a:xfrm>
        </p:spPr>
        <p:txBody>
          <a:bodyPr/>
          <a:lstStyle>
            <a:lvl1pPr marL="0" indent="0">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
        <p:nvSpPr>
          <p:cNvPr id="7" name="Title 1"/>
          <p:cNvSpPr>
            <a:spLocks noGrp="1"/>
          </p:cNvSpPr>
          <p:nvPr>
            <p:ph type="title"/>
          </p:nvPr>
        </p:nvSpPr>
        <p:spPr>
          <a:xfrm>
            <a:off x="391584" y="246065"/>
            <a:ext cx="11283949" cy="1262063"/>
          </a:xfrm>
        </p:spPr>
        <p:txBody>
          <a:bodyPr/>
          <a:lstStyle/>
          <a:p>
            <a:r>
              <a:rPr lang="en-US"/>
              <a:t>Click to edit Master title style</a:t>
            </a:r>
            <a:endParaRPr lang="en-US" dirty="0"/>
          </a:p>
        </p:txBody>
      </p:sp>
    </p:spTree>
    <p:extLst>
      <p:ext uri="{BB962C8B-B14F-4D97-AF65-F5344CB8AC3E}">
        <p14:creationId xmlns:p14="http://schemas.microsoft.com/office/powerpoint/2010/main" val="2429806621"/>
      </p:ext>
    </p:extLst>
  </p:cSld>
  <p:clrMapOvr>
    <a:masterClrMapping/>
  </p:clrMapOvr>
  <p:transition>
    <p:wipe dir="d"/>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Dark Bulle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0" y="0"/>
            <a:ext cx="12192000" cy="6858000"/>
          </a:xfrm>
          <a:prstGeom prst="rect">
            <a:avLst/>
          </a:prstGeom>
          <a:solidFill>
            <a:schemeClr val="tx1">
              <a:lumMod val="85000"/>
              <a:lumOff val="15000"/>
            </a:schemeClr>
          </a:solidFill>
          <a:ln w="12700" cap="flat" cmpd="sng" algn="ctr">
            <a:noFill/>
            <a:prstDash val="solid"/>
            <a:round/>
            <a:headEnd type="none" w="sm" len="sm"/>
            <a:tailEnd type="none" w="sm" len="sm"/>
          </a:ln>
          <a:effectLst/>
        </p:spPr>
        <p:txBody>
          <a:bodyPr/>
          <a:lstStyle/>
          <a:p>
            <a:pPr algn="r" eaLnBrk="0" hangingPunct="0">
              <a:defRPr/>
            </a:pPr>
            <a:endParaRPr lang="en-US" sz="2400">
              <a:solidFill>
                <a:schemeClr val="tx1"/>
              </a:solidFill>
              <a:latin typeface="Times New Roman" pitchFamily="18" charset="0"/>
              <a:ea typeface="ＭＳ Ｐゴシック" pitchFamily="34" charset="-128"/>
              <a:cs typeface="+mn-cs"/>
            </a:endParaRPr>
          </a:p>
        </p:txBody>
      </p:sp>
      <p:pic>
        <p:nvPicPr>
          <p:cNvPr id="5" name="Picture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10" descr="Optymyze_Logo_white (2).png"/>
          <p:cNvPicPr>
            <a:picLocks noChangeAspect="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9630835" y="6337300"/>
            <a:ext cx="23749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376770" y="252413"/>
            <a:ext cx="11283951" cy="1143000"/>
          </a:xfrm>
        </p:spPr>
        <p:txBody>
          <a:bodyPr/>
          <a:lstStyle>
            <a:lvl1pPr>
              <a:defRPr>
                <a:solidFill>
                  <a:schemeClr val="bg1"/>
                </a:solidFill>
              </a:defRPr>
            </a:lvl1pPr>
          </a:lstStyle>
          <a:p>
            <a:r>
              <a:rPr lang="en-US"/>
              <a:t>Click to edit Master title style</a:t>
            </a:r>
            <a:endParaRPr lang="en-US" dirty="0"/>
          </a:p>
        </p:txBody>
      </p:sp>
      <p:sp>
        <p:nvSpPr>
          <p:cNvPr id="7" name="Content Placeholder 2"/>
          <p:cNvSpPr>
            <a:spLocks noGrp="1"/>
          </p:cNvSpPr>
          <p:nvPr>
            <p:ph idx="1"/>
          </p:nvPr>
        </p:nvSpPr>
        <p:spPr>
          <a:xfrm>
            <a:off x="381003" y="1508125"/>
            <a:ext cx="11283951" cy="4799013"/>
          </a:xfrm>
        </p:spPr>
        <p:txBody>
          <a:bodyPr/>
          <a:lstStyle>
            <a:lvl1pPr>
              <a:buClr>
                <a:schemeClr val="bg1"/>
              </a:buClr>
              <a:defRPr>
                <a:solidFill>
                  <a:schemeClr val="bg1"/>
                </a:solidFill>
              </a:defRPr>
            </a:lvl1pPr>
            <a:lvl2pPr>
              <a:buClr>
                <a:schemeClr val="bg1"/>
              </a:buClr>
              <a:defRPr b="0">
                <a:solidFill>
                  <a:schemeClr val="bg1"/>
                </a:solidFill>
              </a:defRPr>
            </a:lvl2pPr>
            <a:lvl3pPr>
              <a:buClr>
                <a:schemeClr val="bg1">
                  <a:lumMod val="95000"/>
                </a:schemeClr>
              </a:buClr>
              <a:defRPr b="0">
                <a:solidFill>
                  <a:schemeClr val="bg1">
                    <a:lumMod val="95000"/>
                  </a:schemeClr>
                </a:solidFill>
              </a:defRPr>
            </a:lvl3pPr>
            <a:lvl4pPr>
              <a:buClr>
                <a:schemeClr val="bg1">
                  <a:lumMod val="85000"/>
                </a:schemeClr>
              </a:buClr>
              <a:defRPr b="0">
                <a:solidFill>
                  <a:schemeClr val="bg1">
                    <a:lumMod val="8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Box 4"/>
          <p:cNvSpPr txBox="1">
            <a:spLocks noChangeArrowheads="1"/>
          </p:cNvSpPr>
          <p:nvPr userDrawn="1"/>
        </p:nvSpPr>
        <p:spPr bwMode="auto">
          <a:xfrm>
            <a:off x="364069" y="6534155"/>
            <a:ext cx="5489223" cy="169277"/>
          </a:xfrm>
          <a:prstGeom prst="rect">
            <a:avLst/>
          </a:prstGeom>
          <a:noFill/>
          <a:ln w="12700">
            <a:noFill/>
            <a:miter lim="800000"/>
            <a:headEnd type="none" w="sm" len="sm"/>
            <a:tailEnd type="none" w="sm" len="sm"/>
          </a:ln>
          <a:effectLst/>
        </p:spPr>
        <p:txBody>
          <a:bodyPr wrap="square"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1"/>
                </a:solidFill>
                <a:latin typeface="Calibri"/>
                <a:cs typeface="Calibri"/>
              </a:rPr>
              <a:t>Copyright © 2013 Optymyze Pte. Ltd.  All Rights Reserved. Confidential Information.</a:t>
            </a:r>
          </a:p>
        </p:txBody>
      </p:sp>
    </p:spTree>
    <p:extLst>
      <p:ext uri="{BB962C8B-B14F-4D97-AF65-F5344CB8AC3E}">
        <p14:creationId xmlns:p14="http://schemas.microsoft.com/office/powerpoint/2010/main" val="3498386828"/>
      </p:ext>
    </p:extLst>
  </p:cSld>
  <p:clrMapOvr>
    <a:masterClrMapping/>
  </p:clrMapOvr>
  <p:transition>
    <p:wipe dir="d"/>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go Synygy Logo">
    <p:spTree>
      <p:nvGrpSpPr>
        <p:cNvPr id="1" name=""/>
        <p:cNvGrpSpPr/>
        <p:nvPr/>
      </p:nvGrpSpPr>
      <p:grpSpPr>
        <a:xfrm>
          <a:off x="0" y="0"/>
          <a:ext cx="0" cy="0"/>
          <a:chOff x="0" y="0"/>
          <a:chExt cx="0" cy="0"/>
        </a:xfrm>
      </p:grpSpPr>
      <p:sp>
        <p:nvSpPr>
          <p:cNvPr id="7" name="Rectangle 6"/>
          <p:cNvSpPr/>
          <p:nvPr userDrawn="1"/>
        </p:nvSpPr>
        <p:spPr bwMode="auto">
          <a:xfrm>
            <a:off x="9521868" y="6305190"/>
            <a:ext cx="2540155" cy="552817"/>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pic>
        <p:nvPicPr>
          <p:cNvPr id="4" name="Picture 3" descr="Optymyze_LogoR_med.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584809" y="1560520"/>
            <a:ext cx="9052621" cy="1663419"/>
          </a:xfrm>
          <a:prstGeom prst="rect">
            <a:avLst/>
          </a:prstGeom>
        </p:spPr>
      </p:pic>
    </p:spTree>
    <p:extLst>
      <p:ext uri="{BB962C8B-B14F-4D97-AF65-F5344CB8AC3E}">
        <p14:creationId xmlns:p14="http://schemas.microsoft.com/office/powerpoint/2010/main" val="1703265539"/>
      </p:ext>
    </p:extLst>
  </p:cSld>
  <p:clrMapOvr>
    <a:masterClrMapping/>
  </p:clrMapOvr>
  <p:transition>
    <p:wipe dir="d"/>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Light Title Slide">
    <p:spTree>
      <p:nvGrpSpPr>
        <p:cNvPr id="1" name=""/>
        <p:cNvGrpSpPr/>
        <p:nvPr/>
      </p:nvGrpSpPr>
      <p:grpSpPr>
        <a:xfrm>
          <a:off x="0" y="0"/>
          <a:ext cx="0" cy="0"/>
          <a:chOff x="0" y="0"/>
          <a:chExt cx="0" cy="0"/>
        </a:xfrm>
      </p:grpSpPr>
      <p:sp>
        <p:nvSpPr>
          <p:cNvPr id="184322" name="Rectangle 2"/>
          <p:cNvSpPr>
            <a:spLocks noGrp="1" noChangeArrowheads="1"/>
          </p:cNvSpPr>
          <p:nvPr>
            <p:ph type="ctrTitle"/>
          </p:nvPr>
        </p:nvSpPr>
        <p:spPr>
          <a:xfrm>
            <a:off x="391584" y="919286"/>
            <a:ext cx="10871200" cy="1905000"/>
          </a:xfrm>
        </p:spPr>
        <p:txBody>
          <a:bodyPr anchor="b"/>
          <a:lstStyle>
            <a:lvl1pPr algn="l">
              <a:defRPr sz="4800" b="1">
                <a:solidFill>
                  <a:srgbClr val="0078C1"/>
                </a:solidFill>
                <a:latin typeface="Arial Black"/>
                <a:cs typeface="Arial Black"/>
              </a:defRPr>
            </a:lvl1pPr>
          </a:lstStyle>
          <a:p>
            <a:r>
              <a:rPr lang="en-US"/>
              <a:t>Click to edit Master title style</a:t>
            </a:r>
            <a:endParaRPr lang="en-US" dirty="0"/>
          </a:p>
        </p:txBody>
      </p:sp>
      <p:sp>
        <p:nvSpPr>
          <p:cNvPr id="184323" name="Rectangle 3"/>
          <p:cNvSpPr>
            <a:spLocks noGrp="1" noChangeArrowheads="1"/>
          </p:cNvSpPr>
          <p:nvPr>
            <p:ph type="subTitle" idx="1"/>
          </p:nvPr>
        </p:nvSpPr>
        <p:spPr>
          <a:xfrm>
            <a:off x="391584" y="3563478"/>
            <a:ext cx="10865224" cy="2178423"/>
          </a:xfrm>
        </p:spPr>
        <p:txBody>
          <a:bodyPr/>
          <a:lstStyle>
            <a:lvl1pPr marL="0" indent="0" algn="l">
              <a:buFontTx/>
              <a:buNone/>
              <a:defRPr>
                <a:latin typeface="Franklin Gothic Medium" pitchFamily="34" charset="0"/>
              </a:defRPr>
            </a:lvl1pPr>
          </a:lstStyle>
          <a:p>
            <a:r>
              <a:rPr lang="en-US"/>
              <a:t>Click to edit Master subtitle style</a:t>
            </a:r>
            <a:endParaRPr lang="en-US" dirty="0"/>
          </a:p>
        </p:txBody>
      </p:sp>
    </p:spTree>
    <p:extLst>
      <p:ext uri="{BB962C8B-B14F-4D97-AF65-F5344CB8AC3E}">
        <p14:creationId xmlns:p14="http://schemas.microsoft.com/office/powerpoint/2010/main" val="1961936116"/>
      </p:ext>
    </p:extLst>
  </p:cSld>
  <p:clrMapOvr>
    <a:masterClrMapping/>
  </p:clrMapOvr>
  <p:transition>
    <p:wipe dir="d"/>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Light Doub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a:solidFill>
                  <a:srgbClr val="0078C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lnSpc>
                <a:spcPts val="4000"/>
              </a:lnSpc>
              <a:defRPr>
                <a:solidFill>
                  <a:schemeClr val="tx1"/>
                </a:solidFill>
              </a:defRPr>
            </a:lvl1pPr>
            <a:lvl2pPr>
              <a:lnSpc>
                <a:spcPts val="3300"/>
              </a:lnSpc>
              <a:defRPr b="0">
                <a:solidFill>
                  <a:schemeClr val="tx1"/>
                </a:solidFill>
              </a:defRPr>
            </a:lvl2pPr>
            <a:lvl3pPr>
              <a:lnSpc>
                <a:spcPts val="2800"/>
              </a:lnSpc>
              <a:defRPr b="0">
                <a:solidFill>
                  <a:schemeClr val="tx1">
                    <a:lumMod val="85000"/>
                    <a:lumOff val="15000"/>
                  </a:schemeClr>
                </a:solidFill>
              </a:defRPr>
            </a:lvl3pPr>
            <a:lvl4pPr>
              <a:lnSpc>
                <a:spcPts val="2000"/>
              </a:lnSpc>
              <a:spcBef>
                <a:spcPts val="600"/>
              </a:spcBef>
              <a:defRPr b="0">
                <a:solidFill>
                  <a:schemeClr val="tx1">
                    <a:lumMod val="85000"/>
                    <a:lumOff val="15000"/>
                  </a:schemeClr>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84085420"/>
      </p:ext>
    </p:extLst>
  </p:cSld>
  <p:clrMapOvr>
    <a:masterClrMapping/>
  </p:clrMapOvr>
  <p:transition>
    <p:wipe dir="d"/>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ight Single Line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6768" y="252413"/>
            <a:ext cx="11555589" cy="645054"/>
          </a:xfrm>
        </p:spPr>
        <p:txBody>
          <a:bodyPr anchor="b"/>
          <a:lstStyle>
            <a:lvl1pPr>
              <a:defRPr>
                <a:solidFill>
                  <a:srgbClr val="0078C1"/>
                </a:solidFill>
              </a:defRPr>
            </a:lvl1pPr>
          </a:lstStyle>
          <a:p>
            <a:r>
              <a:rPr lang="en-US"/>
              <a:t>Click to edit Master title style</a:t>
            </a:r>
            <a:endParaRPr lang="en-US" dirty="0"/>
          </a:p>
        </p:txBody>
      </p:sp>
      <p:sp>
        <p:nvSpPr>
          <p:cNvPr id="4" name="Rectangle 2"/>
          <p:cNvSpPr>
            <a:spLocks noGrp="1" noChangeArrowheads="1"/>
          </p:cNvSpPr>
          <p:nvPr>
            <p:ph idx="1"/>
          </p:nvPr>
        </p:nvSpPr>
        <p:spPr bwMode="white">
          <a:xfrm>
            <a:off x="381005" y="1041401"/>
            <a:ext cx="11283951" cy="5265738"/>
          </a:xfrm>
          <a:prstGeom prst="rect">
            <a:avLst/>
          </a:prstGeom>
          <a:noFill/>
          <a:ln w="9525">
            <a:noFill/>
            <a:miter lim="800000"/>
            <a:headEnd/>
            <a:tailEnd/>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5488114"/>
      </p:ext>
    </p:extLst>
  </p:cSld>
  <p:clrMapOvr>
    <a:masterClrMapping/>
  </p:clrMapOvr>
  <p:transition>
    <p:wipe dir="d"/>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ight Tile and Objec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a:solidFill>
                  <a:srgbClr val="0078C1"/>
                </a:solidFill>
              </a:defRPr>
            </a:lvl1pPr>
          </a:lstStyle>
          <a:p>
            <a:r>
              <a:rPr lang="en-US"/>
              <a:t>Click to edit Master title style</a:t>
            </a:r>
            <a:endParaRPr lang="en-US" dirty="0"/>
          </a:p>
        </p:txBody>
      </p:sp>
      <p:sp>
        <p:nvSpPr>
          <p:cNvPr id="3" name="Content Placeholder 2"/>
          <p:cNvSpPr>
            <a:spLocks noGrp="1"/>
          </p:cNvSpPr>
          <p:nvPr>
            <p:ph idx="1"/>
          </p:nvPr>
        </p:nvSpPr>
        <p:spPr>
          <a:xfrm>
            <a:off x="381164" y="1508125"/>
            <a:ext cx="11283949" cy="4799012"/>
          </a:xfrm>
        </p:spPr>
        <p:txBody>
          <a:bodyPr/>
          <a:lstStyle>
            <a:lvl1pPr marL="0" indent="0" algn="l">
              <a:buNone/>
              <a:defRPr/>
            </a:lvl1pPr>
            <a:lvl2pPr marL="339725" indent="9525" algn="l">
              <a:buNone/>
              <a:defRPr/>
            </a:lvl2pPr>
            <a:lvl3pPr marL="796925" indent="9525" algn="l">
              <a:buNone/>
              <a:defRPr/>
            </a:lvl3pPr>
            <a:lvl4pPr marL="1149350" indent="-6350" algn="l">
              <a:buNone/>
              <a:defRPr/>
            </a:lvl4pPr>
            <a:lvl5pPr algn="l">
              <a:buNone/>
              <a:defRPr/>
            </a:lvl5pPr>
          </a:lstStyle>
          <a:p>
            <a:pPr lvl="0"/>
            <a:r>
              <a:rPr lang="en-US"/>
              <a:t>Click to edit Master text styles</a:t>
            </a:r>
          </a:p>
        </p:txBody>
      </p:sp>
    </p:spTree>
    <p:extLst>
      <p:ext uri="{BB962C8B-B14F-4D97-AF65-F5344CB8AC3E}">
        <p14:creationId xmlns:p14="http://schemas.microsoft.com/office/powerpoint/2010/main" val="3996213579"/>
      </p:ext>
    </p:extLst>
  </p:cSld>
  <p:clrMapOvr>
    <a:masterClrMapping/>
  </p:clrMapOvr>
  <p:transition>
    <p:wipe dir="d"/>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p:cNvSpPr>
            <a:spLocks noGrp="1"/>
          </p:cNvSpPr>
          <p:nvPr>
            <p:ph type="title"/>
          </p:nvPr>
        </p:nvSpPr>
        <p:spPr>
          <a:xfrm>
            <a:off x="391584" y="246063"/>
            <a:ext cx="11283949" cy="1220008"/>
          </a:xfrm>
        </p:spPr>
        <p:txBody>
          <a:bodyPr/>
          <a:lstStyle>
            <a:lvl1pPr>
              <a:defRPr>
                <a:solidFill>
                  <a:srgbClr val="0078C1"/>
                </a:solidFill>
              </a:defRPr>
            </a:lvl1pPr>
          </a:lstStyle>
          <a:p>
            <a:r>
              <a:rPr lang="en-US"/>
              <a:t>Click to edit Master title style</a:t>
            </a:r>
            <a:endParaRPr lang="en-US" dirty="0"/>
          </a:p>
        </p:txBody>
      </p:sp>
    </p:spTree>
    <p:extLst>
      <p:ext uri="{BB962C8B-B14F-4D97-AF65-F5344CB8AC3E}">
        <p14:creationId xmlns:p14="http://schemas.microsoft.com/office/powerpoint/2010/main" val="375025269"/>
      </p:ext>
    </p:extLst>
  </p:cSld>
  <p:clrMapOvr>
    <a:masterClrMapping/>
  </p:clrMapOvr>
  <p:transition>
    <p:wipe dir="d"/>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677081"/>
      </p:ext>
    </p:extLst>
  </p:cSld>
  <p:clrMapOvr>
    <a:masterClrMapping/>
  </p:clrMapOvr>
  <p:transition>
    <p:wipe dir="d"/>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Dark Blank">
    <p:spTree>
      <p:nvGrpSpPr>
        <p:cNvPr id="1" name=""/>
        <p:cNvGrpSpPr/>
        <p:nvPr/>
      </p:nvGrpSpPr>
      <p:grpSpPr>
        <a:xfrm>
          <a:off x="0" y="0"/>
          <a:ext cx="0" cy="0"/>
          <a:chOff x="0" y="0"/>
          <a:chExt cx="0" cy="0"/>
        </a:xfrm>
      </p:grpSpPr>
      <p:pic>
        <p:nvPicPr>
          <p:cNvPr id="5" name="Picture 4" descr="Optymyze_LogoR_med.rev.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9757" y="1582847"/>
            <a:ext cx="9107187" cy="1673927"/>
          </a:xfrm>
          <a:prstGeom prst="rect">
            <a:avLst/>
          </a:prstGeom>
        </p:spPr>
      </p:pic>
    </p:spTree>
    <p:extLst>
      <p:ext uri="{BB962C8B-B14F-4D97-AF65-F5344CB8AC3E}">
        <p14:creationId xmlns:p14="http://schemas.microsoft.com/office/powerpoint/2010/main" val="719617569"/>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6"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4.emf"/><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image" Target="../media/image11.png"/><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image" Target="../media/image10.png"/><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13.pn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4.emf"/><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image" Target="../media/image11.png"/><Relationship Id="rId5" Type="http://schemas.openxmlformats.org/officeDocument/2006/relationships/slideLayout" Target="../slideLayouts/slideLayout56.xml"/><Relationship Id="rId10" Type="http://schemas.openxmlformats.org/officeDocument/2006/relationships/image" Target="../media/image1.png"/><Relationship Id="rId4" Type="http://schemas.openxmlformats.org/officeDocument/2006/relationships/slideLayout" Target="../slideLayouts/slideLayout55.xml"/><Relationship Id="rId9"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descr="Optymyze Curve.png"/>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0" y="4773168"/>
            <a:ext cx="5145024" cy="2084832"/>
          </a:xfrm>
          <a:prstGeom prst="rect">
            <a:avLst/>
          </a:prstGeom>
        </p:spPr>
      </p:pic>
      <p:sp>
        <p:nvSpPr>
          <p:cNvPr id="1027" name="Rectangle 2"/>
          <p:cNvSpPr>
            <a:spLocks noGrp="1" noChangeArrowheads="1"/>
          </p:cNvSpPr>
          <p:nvPr>
            <p:ph type="body" idx="1"/>
          </p:nvPr>
        </p:nvSpPr>
        <p:spPr bwMode="white">
          <a:xfrm>
            <a:off x="381001" y="1508125"/>
            <a:ext cx="11283951" cy="47990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3"/>
          <p:cNvSpPr>
            <a:spLocks noGrp="1" noChangeArrowheads="1"/>
          </p:cNvSpPr>
          <p:nvPr>
            <p:ph type="title"/>
          </p:nvPr>
        </p:nvSpPr>
        <p:spPr bwMode="white">
          <a:xfrm>
            <a:off x="376767" y="252413"/>
            <a:ext cx="11283951"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title style</a:t>
            </a:r>
          </a:p>
        </p:txBody>
      </p:sp>
      <p:sp>
        <p:nvSpPr>
          <p:cNvPr id="9" name="Text Box 4"/>
          <p:cNvSpPr txBox="1">
            <a:spLocks noChangeArrowheads="1"/>
          </p:cNvSpPr>
          <p:nvPr/>
        </p:nvSpPr>
        <p:spPr bwMode="auto">
          <a:xfrm>
            <a:off x="364067" y="6534151"/>
            <a:ext cx="4775200" cy="169863"/>
          </a:xfrm>
          <a:prstGeom prst="rect">
            <a:avLst/>
          </a:prstGeom>
          <a:noFill/>
          <a:ln w="12700">
            <a:noFill/>
            <a:miter lim="800000"/>
            <a:headEnd type="none" w="sm" len="sm"/>
            <a:tailEnd type="none" w="sm" len="sm"/>
          </a:ln>
          <a:effectLst/>
        </p:spPr>
        <p:txBody>
          <a:bodyPr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r">
              <a:spcBef>
                <a:spcPct val="50000"/>
              </a:spcBef>
              <a:defRPr/>
            </a:pPr>
            <a:r>
              <a:rPr lang="en-US" sz="800">
                <a:solidFill>
                  <a:schemeClr val="bg2"/>
                </a:solidFill>
                <a:latin typeface="Calibri"/>
                <a:cs typeface="Calibri"/>
              </a:rPr>
              <a:t>Copyright © 2016 Optymyze Pte. Ltd.  All Rights Reserved. Confidential Information.</a:t>
            </a:r>
          </a:p>
        </p:txBody>
      </p:sp>
      <p:pic>
        <p:nvPicPr>
          <p:cNvPr id="8" name="Picture 7" descr="Optymyze_LogoR_sm.png"/>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10122848" y="6369572"/>
            <a:ext cx="1828800" cy="347472"/>
          </a:xfrm>
          <a:prstGeom prst="rect">
            <a:avLst/>
          </a:prstGeom>
        </p:spPr>
      </p:pic>
    </p:spTree>
    <p:extLst>
      <p:ext uri="{BB962C8B-B14F-4D97-AF65-F5344CB8AC3E}">
        <p14:creationId xmlns:p14="http://schemas.microsoft.com/office/powerpoint/2010/main" val="256602733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transition>
    <p:wipe dir="d"/>
  </p:transition>
  <p:hf sldNum="0" hdr="0" ftr="0" dt="0"/>
  <p:txStyles>
    <p:titleStyle>
      <a:lvl1pPr algn="l" rtl="0" eaLnBrk="1" fontAlgn="base" hangingPunct="1">
        <a:lnSpc>
          <a:spcPct val="90000"/>
        </a:lnSpc>
        <a:spcBef>
          <a:spcPct val="0"/>
        </a:spcBef>
        <a:spcAft>
          <a:spcPct val="0"/>
        </a:spcAft>
        <a:defRPr lang="en-US" sz="4000" b="1" dirty="0">
          <a:solidFill>
            <a:srgbClr val="000000"/>
          </a:solidFill>
          <a:latin typeface="Arial Black"/>
          <a:ea typeface="ＭＳ Ｐゴシック" pitchFamily="92" charset="-128"/>
          <a:cs typeface="Arial Black"/>
        </a:defRPr>
      </a:lvl1pPr>
      <a:lvl2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2pPr>
      <a:lvl3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3pPr>
      <a:lvl4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4pPr>
      <a:lvl5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5pPr>
      <a:lvl6pPr marL="457200" algn="l" rtl="0" eaLnBrk="1" fontAlgn="base" hangingPunct="1">
        <a:lnSpc>
          <a:spcPct val="90000"/>
        </a:lnSpc>
        <a:spcBef>
          <a:spcPct val="0"/>
        </a:spcBef>
        <a:spcAft>
          <a:spcPct val="0"/>
        </a:spcAft>
        <a:defRPr sz="4400">
          <a:solidFill>
            <a:srgbClr val="DDD7AC"/>
          </a:solidFill>
          <a:latin typeface="Arial Black" pitchFamily="34" charset="0"/>
        </a:defRPr>
      </a:lvl6pPr>
      <a:lvl7pPr marL="914400" algn="l" rtl="0" eaLnBrk="1" fontAlgn="base" hangingPunct="1">
        <a:lnSpc>
          <a:spcPct val="90000"/>
        </a:lnSpc>
        <a:spcBef>
          <a:spcPct val="0"/>
        </a:spcBef>
        <a:spcAft>
          <a:spcPct val="0"/>
        </a:spcAft>
        <a:defRPr sz="4400">
          <a:solidFill>
            <a:srgbClr val="DDD7AC"/>
          </a:solidFill>
          <a:latin typeface="Arial Black" pitchFamily="34" charset="0"/>
        </a:defRPr>
      </a:lvl7pPr>
      <a:lvl8pPr marL="1371600" algn="l" rtl="0" eaLnBrk="1" fontAlgn="base" hangingPunct="1">
        <a:lnSpc>
          <a:spcPct val="90000"/>
        </a:lnSpc>
        <a:spcBef>
          <a:spcPct val="0"/>
        </a:spcBef>
        <a:spcAft>
          <a:spcPct val="0"/>
        </a:spcAft>
        <a:defRPr sz="4400">
          <a:solidFill>
            <a:srgbClr val="DDD7AC"/>
          </a:solidFill>
          <a:latin typeface="Arial Black" pitchFamily="34" charset="0"/>
        </a:defRPr>
      </a:lvl8pPr>
      <a:lvl9pPr marL="1828800" algn="l" rtl="0" eaLnBrk="1" fontAlgn="base" hangingPunct="1">
        <a:lnSpc>
          <a:spcPct val="90000"/>
        </a:lnSpc>
        <a:spcBef>
          <a:spcPct val="0"/>
        </a:spcBef>
        <a:spcAft>
          <a:spcPct val="0"/>
        </a:spcAft>
        <a:defRPr sz="4400">
          <a:solidFill>
            <a:srgbClr val="DDD7AC"/>
          </a:solidFill>
          <a:latin typeface="Arial Black" pitchFamily="34" charset="0"/>
        </a:defRPr>
      </a:lvl9pPr>
    </p:titleStyle>
    <p:bodyStyle>
      <a:lvl1pPr marL="339725" indent="-339725" algn="l" rtl="0" eaLnBrk="1" fontAlgn="base" hangingPunct="1">
        <a:lnSpc>
          <a:spcPct val="110000"/>
        </a:lnSpc>
        <a:spcBef>
          <a:spcPts val="1000"/>
        </a:spcBef>
        <a:spcAft>
          <a:spcPct val="0"/>
        </a:spcAft>
        <a:buClr>
          <a:srgbClr val="0078C1"/>
        </a:buClr>
        <a:buChar char="•"/>
        <a:defRPr sz="3600" b="1">
          <a:solidFill>
            <a:schemeClr val="tx1"/>
          </a:solidFill>
          <a:latin typeface="Arial"/>
          <a:ea typeface="ＭＳ Ｐゴシック" pitchFamily="92" charset="-128"/>
          <a:cs typeface="Arial"/>
        </a:defRPr>
      </a:lvl1pPr>
      <a:lvl2pPr marL="685800" indent="-336550" algn="l" rtl="0" eaLnBrk="1" fontAlgn="base" hangingPunct="1">
        <a:lnSpc>
          <a:spcPct val="110000"/>
        </a:lnSpc>
        <a:spcBef>
          <a:spcPts val="800"/>
        </a:spcBef>
        <a:spcAft>
          <a:spcPct val="0"/>
        </a:spcAft>
        <a:buClr>
          <a:srgbClr val="0078C1"/>
        </a:buClr>
        <a:buChar char="–"/>
        <a:defRPr sz="3200" b="1">
          <a:solidFill>
            <a:schemeClr val="tx1"/>
          </a:solidFill>
          <a:latin typeface="Arial"/>
          <a:ea typeface="ＭＳ Ｐゴシック" pitchFamily="92" charset="-128"/>
          <a:cs typeface="Arial"/>
        </a:defRPr>
      </a:lvl2pPr>
      <a:lvl3pPr marL="1035050" indent="-228600" algn="l" rtl="0" eaLnBrk="1" fontAlgn="base" hangingPunct="1">
        <a:lnSpc>
          <a:spcPct val="110000"/>
        </a:lnSpc>
        <a:spcBef>
          <a:spcPts val="700"/>
        </a:spcBef>
        <a:spcAft>
          <a:spcPct val="0"/>
        </a:spcAft>
        <a:buClr>
          <a:srgbClr val="0078C1"/>
        </a:buClr>
        <a:buChar char="•"/>
        <a:defRPr sz="2800" b="1">
          <a:solidFill>
            <a:schemeClr val="tx1"/>
          </a:solidFill>
          <a:latin typeface="Arial"/>
          <a:ea typeface="ＭＳ Ｐゴシック" pitchFamily="92" charset="-128"/>
          <a:cs typeface="Arial"/>
        </a:defRPr>
      </a:lvl3pPr>
      <a:lvl4pPr marL="1425575" indent="-282575" algn="l" rtl="0" eaLnBrk="1" fontAlgn="base" hangingPunct="1">
        <a:lnSpc>
          <a:spcPct val="110000"/>
        </a:lnSpc>
        <a:spcBef>
          <a:spcPts val="600"/>
        </a:spcBef>
        <a:spcAft>
          <a:spcPct val="0"/>
        </a:spcAft>
        <a:buClr>
          <a:srgbClr val="0078C1"/>
        </a:buClr>
        <a:buChar char="–"/>
        <a:defRPr sz="2200" b="1">
          <a:solidFill>
            <a:schemeClr val="tx1"/>
          </a:solidFill>
          <a:latin typeface="Arial"/>
          <a:ea typeface="ＭＳ Ｐゴシック" pitchFamily="92" charset="-128"/>
          <a:cs typeface="Arial"/>
        </a:defRPr>
      </a:lvl4pPr>
      <a:lvl5pPr marL="1720850" indent="-228600" algn="l" rtl="0" eaLnBrk="1" fontAlgn="base" hangingPunct="1">
        <a:lnSpc>
          <a:spcPct val="110000"/>
        </a:lnSpc>
        <a:spcBef>
          <a:spcPts val="500"/>
        </a:spcBef>
        <a:spcAft>
          <a:spcPct val="0"/>
        </a:spcAft>
        <a:buClr>
          <a:srgbClr val="0078C1"/>
        </a:buClr>
        <a:buChar char="»"/>
        <a:defRPr sz="2000" b="1">
          <a:solidFill>
            <a:schemeClr val="tx1"/>
          </a:solidFill>
          <a:latin typeface="Arial"/>
          <a:ea typeface="ＭＳ Ｐゴシック" pitchFamily="92" charset="-128"/>
          <a:cs typeface="Arial"/>
        </a:defRPr>
      </a:lvl5pPr>
      <a:lvl6pPr marL="2514600" indent="-228600" algn="l" rtl="0" eaLnBrk="1" fontAlgn="base" hangingPunct="1">
        <a:spcBef>
          <a:spcPct val="20000"/>
        </a:spcBef>
        <a:spcAft>
          <a:spcPct val="0"/>
        </a:spcAft>
        <a:buClr>
          <a:srgbClr val="DDD7AC"/>
        </a:buClr>
        <a:buChar char="»"/>
        <a:defRPr sz="2000">
          <a:solidFill>
            <a:schemeClr val="bg1"/>
          </a:solidFill>
          <a:latin typeface="+mn-lt"/>
        </a:defRPr>
      </a:lvl6pPr>
      <a:lvl7pPr marL="2971800" indent="-228600" algn="l" rtl="0" eaLnBrk="1" fontAlgn="base" hangingPunct="1">
        <a:spcBef>
          <a:spcPct val="20000"/>
        </a:spcBef>
        <a:spcAft>
          <a:spcPct val="0"/>
        </a:spcAft>
        <a:buClr>
          <a:srgbClr val="DDD7AC"/>
        </a:buClr>
        <a:buChar char="»"/>
        <a:defRPr sz="2000">
          <a:solidFill>
            <a:schemeClr val="bg1"/>
          </a:solidFill>
          <a:latin typeface="+mn-lt"/>
        </a:defRPr>
      </a:lvl7pPr>
      <a:lvl8pPr marL="3429000" indent="-228600" algn="l" rtl="0" eaLnBrk="1" fontAlgn="base" hangingPunct="1">
        <a:spcBef>
          <a:spcPct val="20000"/>
        </a:spcBef>
        <a:spcAft>
          <a:spcPct val="0"/>
        </a:spcAft>
        <a:buClr>
          <a:srgbClr val="DDD7AC"/>
        </a:buClr>
        <a:buChar char="»"/>
        <a:defRPr sz="2000">
          <a:solidFill>
            <a:schemeClr val="bg1"/>
          </a:solidFill>
          <a:latin typeface="+mn-lt"/>
        </a:defRPr>
      </a:lvl8pPr>
      <a:lvl9pPr marL="3886200" indent="-228600" algn="l" rtl="0" eaLnBrk="1" fontAlgn="base" hangingPunct="1">
        <a:spcBef>
          <a:spcPct val="20000"/>
        </a:spcBef>
        <a:spcAft>
          <a:spcPct val="0"/>
        </a:spcAft>
        <a:buClr>
          <a:srgbClr val="DDD7AC"/>
        </a:buClr>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7" name="Rectangle 2"/>
          <p:cNvSpPr>
            <a:spLocks noGrp="1" noChangeArrowheads="1"/>
          </p:cNvSpPr>
          <p:nvPr>
            <p:ph type="body" idx="1"/>
          </p:nvPr>
        </p:nvSpPr>
        <p:spPr bwMode="white">
          <a:xfrm>
            <a:off x="381002" y="1508125"/>
            <a:ext cx="11283951" cy="47990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8" name="Rectangle 3"/>
          <p:cNvSpPr>
            <a:spLocks noGrp="1" noChangeArrowheads="1"/>
          </p:cNvSpPr>
          <p:nvPr>
            <p:ph type="title"/>
          </p:nvPr>
        </p:nvSpPr>
        <p:spPr bwMode="white">
          <a:xfrm>
            <a:off x="376769" y="252413"/>
            <a:ext cx="11283951"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t>Click to edit Master title style</a:t>
            </a:r>
            <a:endParaRPr lang="en-US" dirty="0"/>
          </a:p>
        </p:txBody>
      </p:sp>
      <p:sp>
        <p:nvSpPr>
          <p:cNvPr id="1029" name="TextBox 1"/>
          <p:cNvSpPr txBox="1">
            <a:spLocks noChangeArrowheads="1"/>
          </p:cNvSpPr>
          <p:nvPr/>
        </p:nvSpPr>
        <p:spPr bwMode="auto">
          <a:xfrm>
            <a:off x="160869" y="2336801"/>
            <a:ext cx="184731"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4000">
                <a:solidFill>
                  <a:srgbClr val="DDD7AC"/>
                </a:solidFill>
                <a:latin typeface="Arial Black" charset="0"/>
                <a:ea typeface="ＭＳ Ｐゴシック" charset="0"/>
                <a:cs typeface="ＭＳ Ｐゴシック" charset="0"/>
              </a:defRPr>
            </a:lvl1pPr>
            <a:lvl2pPr marL="742950" indent="-285750" eaLnBrk="0" hangingPunct="0">
              <a:defRPr sz="4000">
                <a:solidFill>
                  <a:srgbClr val="DDD7AC"/>
                </a:solidFill>
                <a:latin typeface="Arial Black" charset="0"/>
                <a:ea typeface="ＭＳ Ｐゴシック" charset="0"/>
              </a:defRPr>
            </a:lvl2pPr>
            <a:lvl3pPr marL="1143000" indent="-228600" eaLnBrk="0" hangingPunct="0">
              <a:defRPr sz="4000">
                <a:solidFill>
                  <a:srgbClr val="DDD7AC"/>
                </a:solidFill>
                <a:latin typeface="Arial Black" charset="0"/>
                <a:ea typeface="ＭＳ Ｐゴシック" charset="0"/>
              </a:defRPr>
            </a:lvl3pPr>
            <a:lvl4pPr marL="1600200" indent="-228600" eaLnBrk="0" hangingPunct="0">
              <a:defRPr sz="4000">
                <a:solidFill>
                  <a:srgbClr val="DDD7AC"/>
                </a:solidFill>
                <a:latin typeface="Arial Black" charset="0"/>
                <a:ea typeface="ＭＳ Ｐゴシック" charset="0"/>
              </a:defRPr>
            </a:lvl4pPr>
            <a:lvl5pPr marL="2057400" indent="-228600" eaLnBrk="0" hangingPunct="0">
              <a:defRPr sz="4000">
                <a:solidFill>
                  <a:srgbClr val="DDD7AC"/>
                </a:solidFill>
                <a:latin typeface="Arial Black" charset="0"/>
                <a:ea typeface="ＭＳ Ｐゴシック" charset="0"/>
              </a:defRPr>
            </a:lvl5pPr>
            <a:lvl6pPr marL="2514600" indent="-228600" eaLnBrk="0" fontAlgn="base" hangingPunct="0">
              <a:spcBef>
                <a:spcPct val="0"/>
              </a:spcBef>
              <a:spcAft>
                <a:spcPct val="0"/>
              </a:spcAft>
              <a:defRPr sz="4000">
                <a:solidFill>
                  <a:srgbClr val="DDD7AC"/>
                </a:solidFill>
                <a:latin typeface="Arial Black" charset="0"/>
                <a:ea typeface="ＭＳ Ｐゴシック" charset="0"/>
              </a:defRPr>
            </a:lvl6pPr>
            <a:lvl7pPr marL="2971800" indent="-228600" eaLnBrk="0" fontAlgn="base" hangingPunct="0">
              <a:spcBef>
                <a:spcPct val="0"/>
              </a:spcBef>
              <a:spcAft>
                <a:spcPct val="0"/>
              </a:spcAft>
              <a:defRPr sz="4000">
                <a:solidFill>
                  <a:srgbClr val="DDD7AC"/>
                </a:solidFill>
                <a:latin typeface="Arial Black" charset="0"/>
                <a:ea typeface="ＭＳ Ｐゴシック" charset="0"/>
              </a:defRPr>
            </a:lvl7pPr>
            <a:lvl8pPr marL="3429000" indent="-228600" eaLnBrk="0" fontAlgn="base" hangingPunct="0">
              <a:spcBef>
                <a:spcPct val="0"/>
              </a:spcBef>
              <a:spcAft>
                <a:spcPct val="0"/>
              </a:spcAft>
              <a:defRPr sz="4000">
                <a:solidFill>
                  <a:srgbClr val="DDD7AC"/>
                </a:solidFill>
                <a:latin typeface="Arial Black" charset="0"/>
                <a:ea typeface="ＭＳ Ｐゴシック" charset="0"/>
              </a:defRPr>
            </a:lvl8pPr>
            <a:lvl9pPr marL="3886200" indent="-228600" eaLnBrk="0" fontAlgn="base" hangingPunct="0">
              <a:spcBef>
                <a:spcPct val="0"/>
              </a:spcBef>
              <a:spcAft>
                <a:spcPct val="0"/>
              </a:spcAft>
              <a:defRPr sz="4000">
                <a:solidFill>
                  <a:srgbClr val="DDD7AC"/>
                </a:solidFill>
                <a:latin typeface="Arial Black" charset="0"/>
                <a:ea typeface="ＭＳ Ｐゴシック" charset="0"/>
              </a:defRPr>
            </a:lvl9pPr>
          </a:lstStyle>
          <a:p>
            <a:pPr eaLnBrk="1" hangingPunct="1">
              <a:defRPr/>
            </a:pPr>
            <a:endParaRPr lang="en-US"/>
          </a:p>
        </p:txBody>
      </p:sp>
      <p:pic>
        <p:nvPicPr>
          <p:cNvPr id="3" name="Picture 2" descr="Optymyze_LogoR_sm.rev.png"/>
          <p:cNvPicPr>
            <a:picLocks noChangeAspect="1"/>
          </p:cNvPicPr>
          <p:nvPr/>
        </p:nvPicPr>
        <p:blipFill>
          <a:blip r:embed="rId16" cstate="email">
            <a:extLst>
              <a:ext uri="{28A0092B-C50C-407E-A947-70E740481C1C}">
                <a14:useLocalDpi xmlns:a14="http://schemas.microsoft.com/office/drawing/2010/main" val="0"/>
              </a:ext>
            </a:extLst>
          </a:blip>
          <a:stretch>
            <a:fillRect/>
          </a:stretch>
        </p:blipFill>
        <p:spPr>
          <a:xfrm>
            <a:off x="10122847" y="6380913"/>
            <a:ext cx="1828800" cy="347472"/>
          </a:xfrm>
          <a:prstGeom prst="rect">
            <a:avLst/>
          </a:prstGeom>
        </p:spPr>
      </p:pic>
      <p:sp>
        <p:nvSpPr>
          <p:cNvPr id="9" name="TextBox 1"/>
          <p:cNvSpPr txBox="1">
            <a:spLocks noChangeArrowheads="1"/>
          </p:cNvSpPr>
          <p:nvPr/>
        </p:nvSpPr>
        <p:spPr bwMode="auto">
          <a:xfrm>
            <a:off x="160869" y="2336801"/>
            <a:ext cx="184731"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4000">
                <a:solidFill>
                  <a:srgbClr val="DDD7AC"/>
                </a:solidFill>
                <a:latin typeface="Arial Black" charset="0"/>
                <a:ea typeface="ＭＳ Ｐゴシック" charset="0"/>
                <a:cs typeface="ＭＳ Ｐゴシック" charset="0"/>
              </a:defRPr>
            </a:lvl1pPr>
            <a:lvl2pPr marL="742950" indent="-285750" eaLnBrk="0" hangingPunct="0">
              <a:defRPr sz="4000">
                <a:solidFill>
                  <a:srgbClr val="DDD7AC"/>
                </a:solidFill>
                <a:latin typeface="Arial Black" charset="0"/>
                <a:ea typeface="ＭＳ Ｐゴシック" charset="0"/>
              </a:defRPr>
            </a:lvl2pPr>
            <a:lvl3pPr marL="1143000" indent="-228600" eaLnBrk="0" hangingPunct="0">
              <a:defRPr sz="4000">
                <a:solidFill>
                  <a:srgbClr val="DDD7AC"/>
                </a:solidFill>
                <a:latin typeface="Arial Black" charset="0"/>
                <a:ea typeface="ＭＳ Ｐゴシック" charset="0"/>
              </a:defRPr>
            </a:lvl3pPr>
            <a:lvl4pPr marL="1600200" indent="-228600" eaLnBrk="0" hangingPunct="0">
              <a:defRPr sz="4000">
                <a:solidFill>
                  <a:srgbClr val="DDD7AC"/>
                </a:solidFill>
                <a:latin typeface="Arial Black" charset="0"/>
                <a:ea typeface="ＭＳ Ｐゴシック" charset="0"/>
              </a:defRPr>
            </a:lvl4pPr>
            <a:lvl5pPr marL="2057400" indent="-228600" eaLnBrk="0" hangingPunct="0">
              <a:defRPr sz="4000">
                <a:solidFill>
                  <a:srgbClr val="DDD7AC"/>
                </a:solidFill>
                <a:latin typeface="Arial Black" charset="0"/>
                <a:ea typeface="ＭＳ Ｐゴシック" charset="0"/>
              </a:defRPr>
            </a:lvl5pPr>
            <a:lvl6pPr marL="2514600" indent="-228600" eaLnBrk="0" fontAlgn="base" hangingPunct="0">
              <a:spcBef>
                <a:spcPct val="0"/>
              </a:spcBef>
              <a:spcAft>
                <a:spcPct val="0"/>
              </a:spcAft>
              <a:defRPr sz="4000">
                <a:solidFill>
                  <a:srgbClr val="DDD7AC"/>
                </a:solidFill>
                <a:latin typeface="Arial Black" charset="0"/>
                <a:ea typeface="ＭＳ Ｐゴシック" charset="0"/>
              </a:defRPr>
            </a:lvl6pPr>
            <a:lvl7pPr marL="2971800" indent="-228600" eaLnBrk="0" fontAlgn="base" hangingPunct="0">
              <a:spcBef>
                <a:spcPct val="0"/>
              </a:spcBef>
              <a:spcAft>
                <a:spcPct val="0"/>
              </a:spcAft>
              <a:defRPr sz="4000">
                <a:solidFill>
                  <a:srgbClr val="DDD7AC"/>
                </a:solidFill>
                <a:latin typeface="Arial Black" charset="0"/>
                <a:ea typeface="ＭＳ Ｐゴシック" charset="0"/>
              </a:defRPr>
            </a:lvl7pPr>
            <a:lvl8pPr marL="3429000" indent="-228600" eaLnBrk="0" fontAlgn="base" hangingPunct="0">
              <a:spcBef>
                <a:spcPct val="0"/>
              </a:spcBef>
              <a:spcAft>
                <a:spcPct val="0"/>
              </a:spcAft>
              <a:defRPr sz="4000">
                <a:solidFill>
                  <a:srgbClr val="DDD7AC"/>
                </a:solidFill>
                <a:latin typeface="Arial Black" charset="0"/>
                <a:ea typeface="ＭＳ Ｐゴシック" charset="0"/>
              </a:defRPr>
            </a:lvl8pPr>
            <a:lvl9pPr marL="3886200" indent="-228600" eaLnBrk="0" fontAlgn="base" hangingPunct="0">
              <a:spcBef>
                <a:spcPct val="0"/>
              </a:spcBef>
              <a:spcAft>
                <a:spcPct val="0"/>
              </a:spcAft>
              <a:defRPr sz="4000">
                <a:solidFill>
                  <a:srgbClr val="DDD7AC"/>
                </a:solidFill>
                <a:latin typeface="Arial Black" charset="0"/>
                <a:ea typeface="ＭＳ Ｐゴシック" charset="0"/>
              </a:defRPr>
            </a:lvl9pPr>
          </a:lstStyle>
          <a:p>
            <a:pPr eaLnBrk="1" hangingPunct="1">
              <a:defRPr/>
            </a:pPr>
            <a:endParaRPr lang="en-US"/>
          </a:p>
        </p:txBody>
      </p:sp>
      <p:sp>
        <p:nvSpPr>
          <p:cNvPr id="15" name="Text Box 4"/>
          <p:cNvSpPr txBox="1">
            <a:spLocks noChangeArrowheads="1"/>
          </p:cNvSpPr>
          <p:nvPr/>
        </p:nvSpPr>
        <p:spPr bwMode="auto">
          <a:xfrm>
            <a:off x="364067" y="6534153"/>
            <a:ext cx="4775200" cy="169863"/>
          </a:xfrm>
          <a:prstGeom prst="rect">
            <a:avLst/>
          </a:prstGeom>
          <a:noFill/>
          <a:ln w="12700">
            <a:noFill/>
            <a:miter lim="800000"/>
            <a:headEnd type="none" w="sm" len="sm"/>
            <a:tailEnd type="none" w="sm" len="sm"/>
          </a:ln>
          <a:effectLst/>
        </p:spPr>
        <p:txBody>
          <a:bodyPr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r">
              <a:spcBef>
                <a:spcPct val="50000"/>
              </a:spcBef>
              <a:defRPr/>
            </a:pPr>
            <a:r>
              <a:rPr lang="en-US" sz="800">
                <a:solidFill>
                  <a:schemeClr val="bg2"/>
                </a:solidFill>
                <a:latin typeface="Calibri"/>
                <a:cs typeface="Calibri"/>
              </a:rPr>
              <a:t>Copyright © 2016 </a:t>
            </a:r>
            <a:r>
              <a:rPr lang="en-US" sz="800" err="1">
                <a:solidFill>
                  <a:schemeClr val="bg2"/>
                </a:solidFill>
                <a:latin typeface="Calibri"/>
                <a:cs typeface="Calibri"/>
              </a:rPr>
              <a:t>Optymyze</a:t>
            </a:r>
            <a:r>
              <a:rPr lang="en-US" sz="800">
                <a:solidFill>
                  <a:schemeClr val="bg2"/>
                </a:solidFill>
                <a:latin typeface="Calibri"/>
                <a:cs typeface="Calibri"/>
              </a:rPr>
              <a:t> Pte. Ltd.  All Rights Reserved. Confidential Information.</a:t>
            </a:r>
          </a:p>
        </p:txBody>
      </p:sp>
    </p:spTree>
    <p:extLst>
      <p:ext uri="{BB962C8B-B14F-4D97-AF65-F5344CB8AC3E}">
        <p14:creationId xmlns:p14="http://schemas.microsoft.com/office/powerpoint/2010/main" val="265339524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ransition>
    <p:wipe dir="d"/>
  </p:transition>
  <p:txStyles>
    <p:titleStyle>
      <a:lvl1pPr algn="l" rtl="0" eaLnBrk="1" fontAlgn="base" hangingPunct="1">
        <a:lnSpc>
          <a:spcPct val="90000"/>
        </a:lnSpc>
        <a:spcBef>
          <a:spcPct val="0"/>
        </a:spcBef>
        <a:spcAft>
          <a:spcPct val="0"/>
        </a:spcAft>
        <a:defRPr lang="en-US" sz="4000" b="1" dirty="0">
          <a:solidFill>
            <a:schemeClr val="bg1"/>
          </a:solidFill>
          <a:latin typeface="Arial Black"/>
          <a:ea typeface="ＭＳ Ｐゴシック" pitchFamily="92" charset="-128"/>
          <a:cs typeface="Arial Black"/>
        </a:defRPr>
      </a:lvl1pPr>
      <a:lvl2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2pPr>
      <a:lvl3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3pPr>
      <a:lvl4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4pPr>
      <a:lvl5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5pPr>
      <a:lvl6pPr marL="457200" algn="l" rtl="0" eaLnBrk="1" fontAlgn="base" hangingPunct="1">
        <a:lnSpc>
          <a:spcPct val="90000"/>
        </a:lnSpc>
        <a:spcBef>
          <a:spcPct val="0"/>
        </a:spcBef>
        <a:spcAft>
          <a:spcPct val="0"/>
        </a:spcAft>
        <a:defRPr sz="4400">
          <a:solidFill>
            <a:srgbClr val="DDD7AC"/>
          </a:solidFill>
          <a:latin typeface="Arial Black" pitchFamily="34" charset="0"/>
        </a:defRPr>
      </a:lvl6pPr>
      <a:lvl7pPr marL="914400" algn="l" rtl="0" eaLnBrk="1" fontAlgn="base" hangingPunct="1">
        <a:lnSpc>
          <a:spcPct val="90000"/>
        </a:lnSpc>
        <a:spcBef>
          <a:spcPct val="0"/>
        </a:spcBef>
        <a:spcAft>
          <a:spcPct val="0"/>
        </a:spcAft>
        <a:defRPr sz="4400">
          <a:solidFill>
            <a:srgbClr val="DDD7AC"/>
          </a:solidFill>
          <a:latin typeface="Arial Black" pitchFamily="34" charset="0"/>
        </a:defRPr>
      </a:lvl7pPr>
      <a:lvl8pPr marL="1371600" algn="l" rtl="0" eaLnBrk="1" fontAlgn="base" hangingPunct="1">
        <a:lnSpc>
          <a:spcPct val="90000"/>
        </a:lnSpc>
        <a:spcBef>
          <a:spcPct val="0"/>
        </a:spcBef>
        <a:spcAft>
          <a:spcPct val="0"/>
        </a:spcAft>
        <a:defRPr sz="4400">
          <a:solidFill>
            <a:srgbClr val="DDD7AC"/>
          </a:solidFill>
          <a:latin typeface="Arial Black" pitchFamily="34" charset="0"/>
        </a:defRPr>
      </a:lvl8pPr>
      <a:lvl9pPr marL="1828800" algn="l" rtl="0" eaLnBrk="1" fontAlgn="base" hangingPunct="1">
        <a:lnSpc>
          <a:spcPct val="90000"/>
        </a:lnSpc>
        <a:spcBef>
          <a:spcPct val="0"/>
        </a:spcBef>
        <a:spcAft>
          <a:spcPct val="0"/>
        </a:spcAft>
        <a:defRPr sz="4400">
          <a:solidFill>
            <a:srgbClr val="DDD7AC"/>
          </a:solidFill>
          <a:latin typeface="Arial Black" pitchFamily="34" charset="0"/>
        </a:defRPr>
      </a:lvl9pPr>
    </p:titleStyle>
    <p:bodyStyle>
      <a:lvl1pPr marL="339725" indent="-339725" algn="l" rtl="0" eaLnBrk="1" fontAlgn="base" hangingPunct="1">
        <a:lnSpc>
          <a:spcPct val="110000"/>
        </a:lnSpc>
        <a:spcBef>
          <a:spcPts val="1000"/>
        </a:spcBef>
        <a:spcAft>
          <a:spcPct val="0"/>
        </a:spcAft>
        <a:buClr>
          <a:schemeClr val="bg1"/>
        </a:buClr>
        <a:buChar char="•"/>
        <a:defRPr sz="3600" b="1">
          <a:solidFill>
            <a:srgbClr val="FFFFFF"/>
          </a:solidFill>
          <a:latin typeface="Arial"/>
          <a:ea typeface="ＭＳ Ｐゴシック" pitchFamily="92" charset="-128"/>
          <a:cs typeface="Arial"/>
        </a:defRPr>
      </a:lvl1pPr>
      <a:lvl2pPr marL="685800" indent="-336550" algn="l" rtl="0" eaLnBrk="1" fontAlgn="base" hangingPunct="1">
        <a:lnSpc>
          <a:spcPct val="110000"/>
        </a:lnSpc>
        <a:spcBef>
          <a:spcPts val="800"/>
        </a:spcBef>
        <a:spcAft>
          <a:spcPct val="0"/>
        </a:spcAft>
        <a:buClr>
          <a:schemeClr val="bg1"/>
        </a:buClr>
        <a:buChar char="–"/>
        <a:defRPr sz="3200" b="1">
          <a:solidFill>
            <a:srgbClr val="FFFFFF"/>
          </a:solidFill>
          <a:latin typeface="Arial"/>
          <a:ea typeface="ＭＳ Ｐゴシック" pitchFamily="92" charset="-128"/>
          <a:cs typeface="Arial"/>
        </a:defRPr>
      </a:lvl2pPr>
      <a:lvl3pPr marL="1035050" indent="-228600" algn="l" rtl="0" eaLnBrk="1" fontAlgn="base" hangingPunct="1">
        <a:lnSpc>
          <a:spcPct val="110000"/>
        </a:lnSpc>
        <a:spcBef>
          <a:spcPts val="700"/>
        </a:spcBef>
        <a:spcAft>
          <a:spcPct val="0"/>
        </a:spcAft>
        <a:buClr>
          <a:schemeClr val="bg1"/>
        </a:buClr>
        <a:buChar char="•"/>
        <a:defRPr sz="2800" b="1">
          <a:solidFill>
            <a:srgbClr val="FFFFFF"/>
          </a:solidFill>
          <a:latin typeface="Arial"/>
          <a:ea typeface="ＭＳ Ｐゴシック" pitchFamily="92" charset="-128"/>
          <a:cs typeface="Arial"/>
        </a:defRPr>
      </a:lvl3pPr>
      <a:lvl4pPr marL="1425575" indent="-282575" algn="l" rtl="0" eaLnBrk="1" fontAlgn="base" hangingPunct="1">
        <a:lnSpc>
          <a:spcPct val="110000"/>
        </a:lnSpc>
        <a:spcBef>
          <a:spcPts val="600"/>
        </a:spcBef>
        <a:spcAft>
          <a:spcPct val="0"/>
        </a:spcAft>
        <a:buClr>
          <a:schemeClr val="bg1"/>
        </a:buClr>
        <a:buChar char="–"/>
        <a:defRPr sz="2200" b="1">
          <a:solidFill>
            <a:srgbClr val="FFFFFF"/>
          </a:solidFill>
          <a:latin typeface="Arial"/>
          <a:ea typeface="ＭＳ Ｐゴシック" pitchFamily="92" charset="-128"/>
          <a:cs typeface="Arial"/>
        </a:defRPr>
      </a:lvl4pPr>
      <a:lvl5pPr marL="1720850" indent="-228600" algn="l" rtl="0" eaLnBrk="1" fontAlgn="base" hangingPunct="1">
        <a:lnSpc>
          <a:spcPct val="110000"/>
        </a:lnSpc>
        <a:spcBef>
          <a:spcPts val="500"/>
        </a:spcBef>
        <a:spcAft>
          <a:spcPct val="0"/>
        </a:spcAft>
        <a:buClr>
          <a:schemeClr val="bg1"/>
        </a:buClr>
        <a:buChar char="»"/>
        <a:defRPr sz="2000" b="1">
          <a:solidFill>
            <a:srgbClr val="FFFFFF"/>
          </a:solidFill>
          <a:latin typeface="Arial"/>
          <a:ea typeface="ＭＳ Ｐゴシック" pitchFamily="92" charset="-128"/>
          <a:cs typeface="Arial"/>
        </a:defRPr>
      </a:lvl5pPr>
      <a:lvl6pPr marL="2514600" indent="-228600" algn="l" rtl="0" eaLnBrk="1" fontAlgn="base" hangingPunct="1">
        <a:spcBef>
          <a:spcPct val="20000"/>
        </a:spcBef>
        <a:spcAft>
          <a:spcPct val="0"/>
        </a:spcAft>
        <a:buClr>
          <a:srgbClr val="DDD7AC"/>
        </a:buClr>
        <a:buChar char="»"/>
        <a:defRPr sz="2000">
          <a:solidFill>
            <a:schemeClr val="bg1"/>
          </a:solidFill>
          <a:latin typeface="+mn-lt"/>
        </a:defRPr>
      </a:lvl6pPr>
      <a:lvl7pPr marL="2971800" indent="-228600" algn="l" rtl="0" eaLnBrk="1" fontAlgn="base" hangingPunct="1">
        <a:spcBef>
          <a:spcPct val="20000"/>
        </a:spcBef>
        <a:spcAft>
          <a:spcPct val="0"/>
        </a:spcAft>
        <a:buClr>
          <a:srgbClr val="DDD7AC"/>
        </a:buClr>
        <a:buChar char="»"/>
        <a:defRPr sz="2000">
          <a:solidFill>
            <a:schemeClr val="bg1"/>
          </a:solidFill>
          <a:latin typeface="+mn-lt"/>
        </a:defRPr>
      </a:lvl7pPr>
      <a:lvl8pPr marL="3429000" indent="-228600" algn="l" rtl="0" eaLnBrk="1" fontAlgn="base" hangingPunct="1">
        <a:spcBef>
          <a:spcPct val="20000"/>
        </a:spcBef>
        <a:spcAft>
          <a:spcPct val="0"/>
        </a:spcAft>
        <a:buClr>
          <a:srgbClr val="DDD7AC"/>
        </a:buClr>
        <a:buChar char="»"/>
        <a:defRPr sz="2000">
          <a:solidFill>
            <a:schemeClr val="bg1"/>
          </a:solidFill>
          <a:latin typeface="+mn-lt"/>
        </a:defRPr>
      </a:lvl8pPr>
      <a:lvl9pPr marL="3886200" indent="-228600" algn="l" rtl="0" eaLnBrk="1" fontAlgn="base" hangingPunct="1">
        <a:spcBef>
          <a:spcPct val="20000"/>
        </a:spcBef>
        <a:spcAft>
          <a:spcPct val="0"/>
        </a:spcAft>
        <a:buClr>
          <a:srgbClr val="DDD7AC"/>
        </a:buClr>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cstate="email">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9051" y="1"/>
            <a:ext cx="12055699" cy="6858001"/>
            <a:chOff x="-14288" y="0"/>
            <a:chExt cx="9041774"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4" y="618518"/>
            <a:ext cx="99059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4"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8"/>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a:pPr/>
              <a:t>4/22/2021</a:t>
            </a:fld>
            <a:endParaRPr lang="en-US"/>
          </a:p>
        </p:txBody>
      </p:sp>
      <p:sp>
        <p:nvSpPr>
          <p:cNvPr id="5" name="Footer Placeholder 4"/>
          <p:cNvSpPr>
            <a:spLocks noGrp="1"/>
          </p:cNvSpPr>
          <p:nvPr>
            <p:ph type="ftr" sz="quarter" idx="3"/>
          </p:nvPr>
        </p:nvSpPr>
        <p:spPr>
          <a:xfrm>
            <a:off x="1141412" y="5883277"/>
            <a:ext cx="6239309"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2" y="5883276"/>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a:pPr/>
              <a:t>‹#›</a:t>
            </a:fld>
            <a:endParaRPr lang="en-US"/>
          </a:p>
        </p:txBody>
      </p:sp>
      <p:pic>
        <p:nvPicPr>
          <p:cNvPr id="48" name="Picture 47"/>
          <p:cNvPicPr>
            <a:picLocks noChangeAspect="1"/>
          </p:cNvPicPr>
          <p:nvPr/>
        </p:nvPicPr>
        <p:blipFill>
          <a:blip r:embed="rId21" cstate="email">
            <a:extLst>
              <a:ext uri="{28A0092B-C50C-407E-A947-70E740481C1C}">
                <a14:useLocalDpi xmlns:a14="http://schemas.microsoft.com/office/drawing/2010/main" val="0"/>
              </a:ext>
            </a:extLst>
          </a:blip>
          <a:stretch>
            <a:fillRect/>
          </a:stretch>
        </p:blipFill>
        <p:spPr>
          <a:xfrm>
            <a:off x="10276115" y="6480655"/>
            <a:ext cx="1715860" cy="277327"/>
          </a:xfrm>
          <a:prstGeom prst="rect">
            <a:avLst/>
          </a:prstGeom>
        </p:spPr>
      </p:pic>
    </p:spTree>
    <p:extLst>
      <p:ext uri="{BB962C8B-B14F-4D97-AF65-F5344CB8AC3E}">
        <p14:creationId xmlns:p14="http://schemas.microsoft.com/office/powerpoint/2010/main" val="2972727690"/>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Lst>
  <p:transition>
    <p:wipe dir="d"/>
  </p:transition>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 y="4762500"/>
            <a:ext cx="5139267" cy="2095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body" idx="1"/>
          </p:nvPr>
        </p:nvSpPr>
        <p:spPr bwMode="white">
          <a:xfrm>
            <a:off x="381002" y="1508125"/>
            <a:ext cx="11283951" cy="4799013"/>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8" name="Rectangle 3"/>
          <p:cNvSpPr>
            <a:spLocks noGrp="1" noChangeArrowheads="1"/>
          </p:cNvSpPr>
          <p:nvPr>
            <p:ph type="title"/>
          </p:nvPr>
        </p:nvSpPr>
        <p:spPr bwMode="white">
          <a:xfrm>
            <a:off x="376769" y="252413"/>
            <a:ext cx="11283951" cy="11430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t>Click to edit Master title style</a:t>
            </a:r>
            <a:endParaRPr lang="en-US" dirty="0"/>
          </a:p>
        </p:txBody>
      </p:sp>
      <p:sp>
        <p:nvSpPr>
          <p:cNvPr id="1029" name="TextBox 1"/>
          <p:cNvSpPr txBox="1">
            <a:spLocks noChangeArrowheads="1"/>
          </p:cNvSpPr>
          <p:nvPr/>
        </p:nvSpPr>
        <p:spPr bwMode="auto">
          <a:xfrm>
            <a:off x="160869" y="2336801"/>
            <a:ext cx="18473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4000">
                <a:solidFill>
                  <a:srgbClr val="DDD7AC"/>
                </a:solidFill>
                <a:latin typeface="Arial Black" charset="0"/>
                <a:ea typeface="ＭＳ Ｐゴシック" charset="0"/>
                <a:cs typeface="ＭＳ Ｐゴシック" charset="0"/>
              </a:defRPr>
            </a:lvl1pPr>
            <a:lvl2pPr marL="742950" indent="-285750" eaLnBrk="0" hangingPunct="0">
              <a:defRPr sz="4000">
                <a:solidFill>
                  <a:srgbClr val="DDD7AC"/>
                </a:solidFill>
                <a:latin typeface="Arial Black" charset="0"/>
                <a:ea typeface="ＭＳ Ｐゴシック" charset="0"/>
              </a:defRPr>
            </a:lvl2pPr>
            <a:lvl3pPr marL="1143000" indent="-228600" eaLnBrk="0" hangingPunct="0">
              <a:defRPr sz="4000">
                <a:solidFill>
                  <a:srgbClr val="DDD7AC"/>
                </a:solidFill>
                <a:latin typeface="Arial Black" charset="0"/>
                <a:ea typeface="ＭＳ Ｐゴシック" charset="0"/>
              </a:defRPr>
            </a:lvl3pPr>
            <a:lvl4pPr marL="1600200" indent="-228600" eaLnBrk="0" hangingPunct="0">
              <a:defRPr sz="4000">
                <a:solidFill>
                  <a:srgbClr val="DDD7AC"/>
                </a:solidFill>
                <a:latin typeface="Arial Black" charset="0"/>
                <a:ea typeface="ＭＳ Ｐゴシック" charset="0"/>
              </a:defRPr>
            </a:lvl4pPr>
            <a:lvl5pPr marL="2057400" indent="-228600" eaLnBrk="0" hangingPunct="0">
              <a:defRPr sz="4000">
                <a:solidFill>
                  <a:srgbClr val="DDD7AC"/>
                </a:solidFill>
                <a:latin typeface="Arial Black" charset="0"/>
                <a:ea typeface="ＭＳ Ｐゴシック" charset="0"/>
              </a:defRPr>
            </a:lvl5pPr>
            <a:lvl6pPr marL="2514600" indent="-228600" eaLnBrk="0" fontAlgn="base" hangingPunct="0">
              <a:spcBef>
                <a:spcPct val="0"/>
              </a:spcBef>
              <a:spcAft>
                <a:spcPct val="0"/>
              </a:spcAft>
              <a:defRPr sz="4000">
                <a:solidFill>
                  <a:srgbClr val="DDD7AC"/>
                </a:solidFill>
                <a:latin typeface="Arial Black" charset="0"/>
                <a:ea typeface="ＭＳ Ｐゴシック" charset="0"/>
              </a:defRPr>
            </a:lvl6pPr>
            <a:lvl7pPr marL="2971800" indent="-228600" eaLnBrk="0" fontAlgn="base" hangingPunct="0">
              <a:spcBef>
                <a:spcPct val="0"/>
              </a:spcBef>
              <a:spcAft>
                <a:spcPct val="0"/>
              </a:spcAft>
              <a:defRPr sz="4000">
                <a:solidFill>
                  <a:srgbClr val="DDD7AC"/>
                </a:solidFill>
                <a:latin typeface="Arial Black" charset="0"/>
                <a:ea typeface="ＭＳ Ｐゴシック" charset="0"/>
              </a:defRPr>
            </a:lvl7pPr>
            <a:lvl8pPr marL="3429000" indent="-228600" eaLnBrk="0" fontAlgn="base" hangingPunct="0">
              <a:spcBef>
                <a:spcPct val="0"/>
              </a:spcBef>
              <a:spcAft>
                <a:spcPct val="0"/>
              </a:spcAft>
              <a:defRPr sz="4000">
                <a:solidFill>
                  <a:srgbClr val="DDD7AC"/>
                </a:solidFill>
                <a:latin typeface="Arial Black" charset="0"/>
                <a:ea typeface="ＭＳ Ｐゴシック" charset="0"/>
              </a:defRPr>
            </a:lvl8pPr>
            <a:lvl9pPr marL="3886200" indent="-228600" eaLnBrk="0" fontAlgn="base" hangingPunct="0">
              <a:spcBef>
                <a:spcPct val="0"/>
              </a:spcBef>
              <a:spcAft>
                <a:spcPct val="0"/>
              </a:spcAft>
              <a:defRPr sz="4000">
                <a:solidFill>
                  <a:srgbClr val="DDD7AC"/>
                </a:solidFill>
                <a:latin typeface="Arial Black" charset="0"/>
                <a:ea typeface="ＭＳ Ｐゴシック" charset="0"/>
              </a:defRPr>
            </a:lvl9pPr>
          </a:lstStyle>
          <a:p>
            <a:pPr eaLnBrk="1" hangingPunct="1">
              <a:defRPr/>
            </a:pPr>
            <a:endParaRPr lang="en-US"/>
          </a:p>
        </p:txBody>
      </p:sp>
      <p:sp>
        <p:nvSpPr>
          <p:cNvPr id="9" name="TextBox 1"/>
          <p:cNvSpPr txBox="1">
            <a:spLocks noChangeArrowheads="1"/>
          </p:cNvSpPr>
          <p:nvPr/>
        </p:nvSpPr>
        <p:spPr bwMode="auto">
          <a:xfrm>
            <a:off x="160869" y="2336801"/>
            <a:ext cx="184731"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4000">
                <a:solidFill>
                  <a:srgbClr val="DDD7AC"/>
                </a:solidFill>
                <a:latin typeface="Arial Black" charset="0"/>
                <a:ea typeface="ＭＳ Ｐゴシック" charset="0"/>
                <a:cs typeface="ＭＳ Ｐゴシック" charset="0"/>
              </a:defRPr>
            </a:lvl1pPr>
            <a:lvl2pPr marL="742950" indent="-285750" eaLnBrk="0" hangingPunct="0">
              <a:defRPr sz="4000">
                <a:solidFill>
                  <a:srgbClr val="DDD7AC"/>
                </a:solidFill>
                <a:latin typeface="Arial Black" charset="0"/>
                <a:ea typeface="ＭＳ Ｐゴシック" charset="0"/>
              </a:defRPr>
            </a:lvl2pPr>
            <a:lvl3pPr marL="1143000" indent="-228600" eaLnBrk="0" hangingPunct="0">
              <a:defRPr sz="4000">
                <a:solidFill>
                  <a:srgbClr val="DDD7AC"/>
                </a:solidFill>
                <a:latin typeface="Arial Black" charset="0"/>
                <a:ea typeface="ＭＳ Ｐゴシック" charset="0"/>
              </a:defRPr>
            </a:lvl3pPr>
            <a:lvl4pPr marL="1600200" indent="-228600" eaLnBrk="0" hangingPunct="0">
              <a:defRPr sz="4000">
                <a:solidFill>
                  <a:srgbClr val="DDD7AC"/>
                </a:solidFill>
                <a:latin typeface="Arial Black" charset="0"/>
                <a:ea typeface="ＭＳ Ｐゴシック" charset="0"/>
              </a:defRPr>
            </a:lvl4pPr>
            <a:lvl5pPr marL="2057400" indent="-228600" eaLnBrk="0" hangingPunct="0">
              <a:defRPr sz="4000">
                <a:solidFill>
                  <a:srgbClr val="DDD7AC"/>
                </a:solidFill>
                <a:latin typeface="Arial Black" charset="0"/>
                <a:ea typeface="ＭＳ Ｐゴシック" charset="0"/>
              </a:defRPr>
            </a:lvl5pPr>
            <a:lvl6pPr marL="2514600" indent="-228600" eaLnBrk="0" fontAlgn="base" hangingPunct="0">
              <a:spcBef>
                <a:spcPct val="0"/>
              </a:spcBef>
              <a:spcAft>
                <a:spcPct val="0"/>
              </a:spcAft>
              <a:defRPr sz="4000">
                <a:solidFill>
                  <a:srgbClr val="DDD7AC"/>
                </a:solidFill>
                <a:latin typeface="Arial Black" charset="0"/>
                <a:ea typeface="ＭＳ Ｐゴシック" charset="0"/>
              </a:defRPr>
            </a:lvl6pPr>
            <a:lvl7pPr marL="2971800" indent="-228600" eaLnBrk="0" fontAlgn="base" hangingPunct="0">
              <a:spcBef>
                <a:spcPct val="0"/>
              </a:spcBef>
              <a:spcAft>
                <a:spcPct val="0"/>
              </a:spcAft>
              <a:defRPr sz="4000">
                <a:solidFill>
                  <a:srgbClr val="DDD7AC"/>
                </a:solidFill>
                <a:latin typeface="Arial Black" charset="0"/>
                <a:ea typeface="ＭＳ Ｐゴシック" charset="0"/>
              </a:defRPr>
            </a:lvl7pPr>
            <a:lvl8pPr marL="3429000" indent="-228600" eaLnBrk="0" fontAlgn="base" hangingPunct="0">
              <a:spcBef>
                <a:spcPct val="0"/>
              </a:spcBef>
              <a:spcAft>
                <a:spcPct val="0"/>
              </a:spcAft>
              <a:defRPr sz="4000">
                <a:solidFill>
                  <a:srgbClr val="DDD7AC"/>
                </a:solidFill>
                <a:latin typeface="Arial Black" charset="0"/>
                <a:ea typeface="ＭＳ Ｐゴシック" charset="0"/>
              </a:defRPr>
            </a:lvl8pPr>
            <a:lvl9pPr marL="3886200" indent="-228600" eaLnBrk="0" fontAlgn="base" hangingPunct="0">
              <a:spcBef>
                <a:spcPct val="0"/>
              </a:spcBef>
              <a:spcAft>
                <a:spcPct val="0"/>
              </a:spcAft>
              <a:defRPr sz="4000">
                <a:solidFill>
                  <a:srgbClr val="DDD7AC"/>
                </a:solidFill>
                <a:latin typeface="Arial Black" charset="0"/>
                <a:ea typeface="ＭＳ Ｐゴシック" charset="0"/>
              </a:defRPr>
            </a:lvl9pPr>
          </a:lstStyle>
          <a:p>
            <a:pPr eaLnBrk="1" hangingPunct="1">
              <a:defRPr/>
            </a:pPr>
            <a:endParaRPr lang="en-US"/>
          </a:p>
        </p:txBody>
      </p:sp>
      <p:sp>
        <p:nvSpPr>
          <p:cNvPr id="15" name="Text Box 4"/>
          <p:cNvSpPr txBox="1">
            <a:spLocks noChangeArrowheads="1"/>
          </p:cNvSpPr>
          <p:nvPr/>
        </p:nvSpPr>
        <p:spPr bwMode="auto">
          <a:xfrm>
            <a:off x="364067" y="6534153"/>
            <a:ext cx="4775200" cy="169863"/>
          </a:xfrm>
          <a:prstGeom prst="rect">
            <a:avLst/>
          </a:prstGeom>
          <a:noFill/>
          <a:ln w="12700">
            <a:noFill/>
            <a:miter lim="800000"/>
            <a:headEnd type="none" w="sm" len="sm"/>
            <a:tailEnd type="none" w="sm" len="sm"/>
          </a:ln>
          <a:effectLst/>
        </p:spPr>
        <p:txBody>
          <a:bodyPr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2"/>
                </a:solidFill>
                <a:latin typeface="Calibri"/>
                <a:cs typeface="Calibri"/>
              </a:rPr>
              <a:t>Copyright © 2016 Optymyze.  All Rights Reserved. Confidential Information.</a:t>
            </a:r>
          </a:p>
        </p:txBody>
      </p:sp>
      <p:pic>
        <p:nvPicPr>
          <p:cNvPr id="16" name="Picture 15" descr="Optymyze_LogoR_sm.rev.png"/>
          <p:cNvPicPr>
            <a:picLocks noChangeAspect="1"/>
          </p:cNvPicPr>
          <p:nvPr/>
        </p:nvPicPr>
        <p:blipFill>
          <a:blip r:embed="rId16" cstate="email">
            <a:extLst>
              <a:ext uri="{28A0092B-C50C-407E-A947-70E740481C1C}">
                <a14:useLocalDpi xmlns:a14="http://schemas.microsoft.com/office/drawing/2010/main" val="0"/>
              </a:ext>
            </a:extLst>
          </a:blip>
          <a:stretch>
            <a:fillRect/>
          </a:stretch>
        </p:blipFill>
        <p:spPr>
          <a:xfrm>
            <a:off x="10248900" y="6454371"/>
            <a:ext cx="1747309" cy="333435"/>
          </a:xfrm>
          <a:prstGeom prst="rect">
            <a:avLst/>
          </a:prstGeom>
        </p:spPr>
      </p:pic>
    </p:spTree>
    <p:extLst>
      <p:ext uri="{BB962C8B-B14F-4D97-AF65-F5344CB8AC3E}">
        <p14:creationId xmlns:p14="http://schemas.microsoft.com/office/powerpoint/2010/main" val="26533952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transition>
    <p:wipe dir="d"/>
  </p:transition>
  <p:txStyles>
    <p:titleStyle>
      <a:lvl1pPr algn="l" rtl="0" eaLnBrk="1" fontAlgn="base" hangingPunct="1">
        <a:lnSpc>
          <a:spcPct val="90000"/>
        </a:lnSpc>
        <a:spcBef>
          <a:spcPct val="0"/>
        </a:spcBef>
        <a:spcAft>
          <a:spcPct val="0"/>
        </a:spcAft>
        <a:defRPr lang="en-US" sz="4000" b="1" dirty="0">
          <a:solidFill>
            <a:schemeClr val="bg1"/>
          </a:solidFill>
          <a:latin typeface="Arial Black"/>
          <a:ea typeface="ＭＳ Ｐゴシック" pitchFamily="92" charset="-128"/>
          <a:cs typeface="Arial Black"/>
        </a:defRPr>
      </a:lvl1pPr>
      <a:lvl2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2pPr>
      <a:lvl3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3pPr>
      <a:lvl4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4pPr>
      <a:lvl5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5pPr>
      <a:lvl6pPr marL="457200" algn="l" rtl="0" eaLnBrk="1" fontAlgn="base" hangingPunct="1">
        <a:lnSpc>
          <a:spcPct val="90000"/>
        </a:lnSpc>
        <a:spcBef>
          <a:spcPct val="0"/>
        </a:spcBef>
        <a:spcAft>
          <a:spcPct val="0"/>
        </a:spcAft>
        <a:defRPr sz="4400">
          <a:solidFill>
            <a:srgbClr val="DDD7AC"/>
          </a:solidFill>
          <a:latin typeface="Arial Black" pitchFamily="34" charset="0"/>
        </a:defRPr>
      </a:lvl6pPr>
      <a:lvl7pPr marL="914400" algn="l" rtl="0" eaLnBrk="1" fontAlgn="base" hangingPunct="1">
        <a:lnSpc>
          <a:spcPct val="90000"/>
        </a:lnSpc>
        <a:spcBef>
          <a:spcPct val="0"/>
        </a:spcBef>
        <a:spcAft>
          <a:spcPct val="0"/>
        </a:spcAft>
        <a:defRPr sz="4400">
          <a:solidFill>
            <a:srgbClr val="DDD7AC"/>
          </a:solidFill>
          <a:latin typeface="Arial Black" pitchFamily="34" charset="0"/>
        </a:defRPr>
      </a:lvl7pPr>
      <a:lvl8pPr marL="1371600" algn="l" rtl="0" eaLnBrk="1" fontAlgn="base" hangingPunct="1">
        <a:lnSpc>
          <a:spcPct val="90000"/>
        </a:lnSpc>
        <a:spcBef>
          <a:spcPct val="0"/>
        </a:spcBef>
        <a:spcAft>
          <a:spcPct val="0"/>
        </a:spcAft>
        <a:defRPr sz="4400">
          <a:solidFill>
            <a:srgbClr val="DDD7AC"/>
          </a:solidFill>
          <a:latin typeface="Arial Black" pitchFamily="34" charset="0"/>
        </a:defRPr>
      </a:lvl8pPr>
      <a:lvl9pPr marL="1828800" algn="l" rtl="0" eaLnBrk="1" fontAlgn="base" hangingPunct="1">
        <a:lnSpc>
          <a:spcPct val="90000"/>
        </a:lnSpc>
        <a:spcBef>
          <a:spcPct val="0"/>
        </a:spcBef>
        <a:spcAft>
          <a:spcPct val="0"/>
        </a:spcAft>
        <a:defRPr sz="4400">
          <a:solidFill>
            <a:srgbClr val="DDD7AC"/>
          </a:solidFill>
          <a:latin typeface="Arial Black" pitchFamily="34" charset="0"/>
        </a:defRPr>
      </a:lvl9pPr>
    </p:titleStyle>
    <p:bodyStyle>
      <a:lvl1pPr marL="339725" indent="-339725" algn="l" rtl="0" eaLnBrk="1" fontAlgn="base" hangingPunct="1">
        <a:lnSpc>
          <a:spcPct val="110000"/>
        </a:lnSpc>
        <a:spcBef>
          <a:spcPts val="1000"/>
        </a:spcBef>
        <a:spcAft>
          <a:spcPct val="0"/>
        </a:spcAft>
        <a:buClr>
          <a:schemeClr val="bg1"/>
        </a:buClr>
        <a:buChar char="•"/>
        <a:defRPr sz="3600" b="1">
          <a:solidFill>
            <a:srgbClr val="FFFFFF"/>
          </a:solidFill>
          <a:latin typeface="Arial"/>
          <a:ea typeface="ＭＳ Ｐゴシック" pitchFamily="92" charset="-128"/>
          <a:cs typeface="Arial"/>
        </a:defRPr>
      </a:lvl1pPr>
      <a:lvl2pPr marL="685800" indent="-336550" algn="l" rtl="0" eaLnBrk="1" fontAlgn="base" hangingPunct="1">
        <a:lnSpc>
          <a:spcPct val="110000"/>
        </a:lnSpc>
        <a:spcBef>
          <a:spcPts val="800"/>
        </a:spcBef>
        <a:spcAft>
          <a:spcPct val="0"/>
        </a:spcAft>
        <a:buClr>
          <a:schemeClr val="bg1"/>
        </a:buClr>
        <a:buChar char="–"/>
        <a:defRPr sz="3200" b="1">
          <a:solidFill>
            <a:srgbClr val="FFFFFF"/>
          </a:solidFill>
          <a:latin typeface="Arial"/>
          <a:ea typeface="ＭＳ Ｐゴシック" pitchFamily="92" charset="-128"/>
          <a:cs typeface="Arial"/>
        </a:defRPr>
      </a:lvl2pPr>
      <a:lvl3pPr marL="1035050" indent="-228600" algn="l" rtl="0" eaLnBrk="1" fontAlgn="base" hangingPunct="1">
        <a:lnSpc>
          <a:spcPct val="110000"/>
        </a:lnSpc>
        <a:spcBef>
          <a:spcPts val="700"/>
        </a:spcBef>
        <a:spcAft>
          <a:spcPct val="0"/>
        </a:spcAft>
        <a:buClr>
          <a:schemeClr val="bg1"/>
        </a:buClr>
        <a:buChar char="•"/>
        <a:defRPr sz="2800" b="1">
          <a:solidFill>
            <a:srgbClr val="FFFFFF"/>
          </a:solidFill>
          <a:latin typeface="Arial"/>
          <a:ea typeface="ＭＳ Ｐゴシック" pitchFamily="92" charset="-128"/>
          <a:cs typeface="Arial"/>
        </a:defRPr>
      </a:lvl3pPr>
      <a:lvl4pPr marL="1425575" indent="-282575" algn="l" rtl="0" eaLnBrk="1" fontAlgn="base" hangingPunct="1">
        <a:lnSpc>
          <a:spcPct val="110000"/>
        </a:lnSpc>
        <a:spcBef>
          <a:spcPts val="600"/>
        </a:spcBef>
        <a:spcAft>
          <a:spcPct val="0"/>
        </a:spcAft>
        <a:buClr>
          <a:schemeClr val="bg1"/>
        </a:buClr>
        <a:buChar char="–"/>
        <a:defRPr sz="2200" b="1">
          <a:solidFill>
            <a:srgbClr val="FFFFFF"/>
          </a:solidFill>
          <a:latin typeface="Arial"/>
          <a:ea typeface="ＭＳ Ｐゴシック" pitchFamily="92" charset="-128"/>
          <a:cs typeface="Arial"/>
        </a:defRPr>
      </a:lvl4pPr>
      <a:lvl5pPr marL="1720850" indent="-228600" algn="l" rtl="0" eaLnBrk="1" fontAlgn="base" hangingPunct="1">
        <a:lnSpc>
          <a:spcPct val="110000"/>
        </a:lnSpc>
        <a:spcBef>
          <a:spcPts val="500"/>
        </a:spcBef>
        <a:spcAft>
          <a:spcPct val="0"/>
        </a:spcAft>
        <a:buClr>
          <a:schemeClr val="bg1"/>
        </a:buClr>
        <a:buChar char="»"/>
        <a:defRPr sz="2000" b="1">
          <a:solidFill>
            <a:srgbClr val="FFFFFF"/>
          </a:solidFill>
          <a:latin typeface="Arial"/>
          <a:ea typeface="ＭＳ Ｐゴシック" pitchFamily="92" charset="-128"/>
          <a:cs typeface="Arial"/>
        </a:defRPr>
      </a:lvl5pPr>
      <a:lvl6pPr marL="2514600" indent="-228600" algn="l" rtl="0" eaLnBrk="1" fontAlgn="base" hangingPunct="1">
        <a:spcBef>
          <a:spcPct val="20000"/>
        </a:spcBef>
        <a:spcAft>
          <a:spcPct val="0"/>
        </a:spcAft>
        <a:buClr>
          <a:srgbClr val="DDD7AC"/>
        </a:buClr>
        <a:buChar char="»"/>
        <a:defRPr sz="2000">
          <a:solidFill>
            <a:schemeClr val="bg1"/>
          </a:solidFill>
          <a:latin typeface="+mn-lt"/>
        </a:defRPr>
      </a:lvl6pPr>
      <a:lvl7pPr marL="2971800" indent="-228600" algn="l" rtl="0" eaLnBrk="1" fontAlgn="base" hangingPunct="1">
        <a:spcBef>
          <a:spcPct val="20000"/>
        </a:spcBef>
        <a:spcAft>
          <a:spcPct val="0"/>
        </a:spcAft>
        <a:buClr>
          <a:srgbClr val="DDD7AC"/>
        </a:buClr>
        <a:buChar char="»"/>
        <a:defRPr sz="2000">
          <a:solidFill>
            <a:schemeClr val="bg1"/>
          </a:solidFill>
          <a:latin typeface="+mn-lt"/>
        </a:defRPr>
      </a:lvl7pPr>
      <a:lvl8pPr marL="3429000" indent="-228600" algn="l" rtl="0" eaLnBrk="1" fontAlgn="base" hangingPunct="1">
        <a:spcBef>
          <a:spcPct val="20000"/>
        </a:spcBef>
        <a:spcAft>
          <a:spcPct val="0"/>
        </a:spcAft>
        <a:buClr>
          <a:srgbClr val="DDD7AC"/>
        </a:buClr>
        <a:buChar char="»"/>
        <a:defRPr sz="2000">
          <a:solidFill>
            <a:schemeClr val="bg1"/>
          </a:solidFill>
          <a:latin typeface="+mn-lt"/>
        </a:defRPr>
      </a:lvl8pPr>
      <a:lvl9pPr marL="3886200" indent="-228600" algn="l" rtl="0" eaLnBrk="1" fontAlgn="base" hangingPunct="1">
        <a:spcBef>
          <a:spcPct val="20000"/>
        </a:spcBef>
        <a:spcAft>
          <a:spcPct val="0"/>
        </a:spcAft>
        <a:buClr>
          <a:srgbClr val="DDD7AC"/>
        </a:buClr>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descr="Optymyze Curve.png"/>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0" y="4773168"/>
            <a:ext cx="5145024" cy="2084832"/>
          </a:xfrm>
          <a:prstGeom prst="rect">
            <a:avLst/>
          </a:prstGeom>
        </p:spPr>
      </p:pic>
      <p:sp>
        <p:nvSpPr>
          <p:cNvPr id="1027" name="Rectangle 2"/>
          <p:cNvSpPr>
            <a:spLocks noGrp="1" noChangeArrowheads="1"/>
          </p:cNvSpPr>
          <p:nvPr>
            <p:ph type="body" idx="1"/>
          </p:nvPr>
        </p:nvSpPr>
        <p:spPr bwMode="white">
          <a:xfrm>
            <a:off x="381003" y="1508125"/>
            <a:ext cx="11283951" cy="4799013"/>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3"/>
          <p:cNvSpPr>
            <a:spLocks noGrp="1" noChangeArrowheads="1"/>
          </p:cNvSpPr>
          <p:nvPr>
            <p:ph type="title"/>
          </p:nvPr>
        </p:nvSpPr>
        <p:spPr bwMode="white">
          <a:xfrm>
            <a:off x="376770" y="252413"/>
            <a:ext cx="11283951" cy="11430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t>Click to edit Master title style</a:t>
            </a:r>
            <a:endParaRPr lang="en-US" dirty="0"/>
          </a:p>
        </p:txBody>
      </p:sp>
      <p:sp>
        <p:nvSpPr>
          <p:cNvPr id="9" name="Text Box 4"/>
          <p:cNvSpPr txBox="1">
            <a:spLocks noChangeArrowheads="1"/>
          </p:cNvSpPr>
          <p:nvPr/>
        </p:nvSpPr>
        <p:spPr bwMode="auto">
          <a:xfrm>
            <a:off x="364067" y="6534155"/>
            <a:ext cx="4775200" cy="169863"/>
          </a:xfrm>
          <a:prstGeom prst="rect">
            <a:avLst/>
          </a:prstGeom>
          <a:noFill/>
          <a:ln w="12700">
            <a:noFill/>
            <a:miter lim="800000"/>
            <a:headEnd type="none" w="sm" len="sm"/>
            <a:tailEnd type="none" w="sm" len="sm"/>
          </a:ln>
          <a:effectLst/>
        </p:spPr>
        <p:txBody>
          <a:bodyPr lIns="0" bIns="0">
            <a:spAutoFit/>
          </a:bodyPr>
          <a:lstStyle>
            <a:lvl1pPr eaLnBrk="0" hangingPunct="0">
              <a:defRPr sz="4000">
                <a:solidFill>
                  <a:srgbClr val="DDD7AC"/>
                </a:solidFill>
                <a:latin typeface="Arial Black" charset="0"/>
                <a:ea typeface="ＭＳ Ｐゴシック" charset="0"/>
                <a:cs typeface="ＭＳ Ｐゴシック" charset="0"/>
              </a:defRPr>
            </a:lvl1pPr>
            <a:lvl2pPr marL="37931725" indent="-37474525" eaLnBrk="0" hangingPunct="0">
              <a:defRPr sz="4000">
                <a:solidFill>
                  <a:srgbClr val="DDD7AC"/>
                </a:solidFill>
                <a:latin typeface="Arial Black" charset="0"/>
                <a:ea typeface="ＭＳ Ｐゴシック" charset="0"/>
              </a:defRPr>
            </a:lvl2pPr>
            <a:lvl3pPr eaLnBrk="0" hangingPunct="0">
              <a:defRPr sz="4000">
                <a:solidFill>
                  <a:srgbClr val="DDD7AC"/>
                </a:solidFill>
                <a:latin typeface="Arial Black" charset="0"/>
                <a:ea typeface="ＭＳ Ｐゴシック" charset="0"/>
              </a:defRPr>
            </a:lvl3pPr>
            <a:lvl4pPr eaLnBrk="0" hangingPunct="0">
              <a:defRPr sz="4000">
                <a:solidFill>
                  <a:srgbClr val="DDD7AC"/>
                </a:solidFill>
                <a:latin typeface="Arial Black" charset="0"/>
                <a:ea typeface="ＭＳ Ｐゴシック" charset="0"/>
              </a:defRPr>
            </a:lvl4pPr>
            <a:lvl5pPr eaLnBrk="0" hangingPunct="0">
              <a:defRPr sz="4000">
                <a:solidFill>
                  <a:srgbClr val="DDD7AC"/>
                </a:solidFill>
                <a:latin typeface="Arial Black" charset="0"/>
                <a:ea typeface="ＭＳ Ｐゴシック" charset="0"/>
              </a:defRPr>
            </a:lvl5pPr>
            <a:lvl6pPr marL="457200" eaLnBrk="0" fontAlgn="base" hangingPunct="0">
              <a:spcBef>
                <a:spcPct val="0"/>
              </a:spcBef>
              <a:spcAft>
                <a:spcPct val="0"/>
              </a:spcAft>
              <a:defRPr sz="4000">
                <a:solidFill>
                  <a:srgbClr val="DDD7AC"/>
                </a:solidFill>
                <a:latin typeface="Arial Black" charset="0"/>
                <a:ea typeface="ＭＳ Ｐゴシック" charset="0"/>
              </a:defRPr>
            </a:lvl6pPr>
            <a:lvl7pPr marL="914400" eaLnBrk="0" fontAlgn="base" hangingPunct="0">
              <a:spcBef>
                <a:spcPct val="0"/>
              </a:spcBef>
              <a:spcAft>
                <a:spcPct val="0"/>
              </a:spcAft>
              <a:defRPr sz="4000">
                <a:solidFill>
                  <a:srgbClr val="DDD7AC"/>
                </a:solidFill>
                <a:latin typeface="Arial Black" charset="0"/>
                <a:ea typeface="ＭＳ Ｐゴシック" charset="0"/>
              </a:defRPr>
            </a:lvl7pPr>
            <a:lvl8pPr marL="1371600" eaLnBrk="0" fontAlgn="base" hangingPunct="0">
              <a:spcBef>
                <a:spcPct val="0"/>
              </a:spcBef>
              <a:spcAft>
                <a:spcPct val="0"/>
              </a:spcAft>
              <a:defRPr sz="4000">
                <a:solidFill>
                  <a:srgbClr val="DDD7AC"/>
                </a:solidFill>
                <a:latin typeface="Arial Black" charset="0"/>
                <a:ea typeface="ＭＳ Ｐゴシック" charset="0"/>
              </a:defRPr>
            </a:lvl8pPr>
            <a:lvl9pPr marL="1828800" eaLnBrk="0" fontAlgn="base" hangingPunct="0">
              <a:spcBef>
                <a:spcPct val="0"/>
              </a:spcBef>
              <a:spcAft>
                <a:spcPct val="0"/>
              </a:spcAft>
              <a:defRPr sz="4000">
                <a:solidFill>
                  <a:srgbClr val="DDD7AC"/>
                </a:solidFill>
                <a:latin typeface="Arial Black" charset="0"/>
                <a:ea typeface="ＭＳ Ｐゴシック" charset="0"/>
              </a:defRPr>
            </a:lvl9pPr>
          </a:lstStyle>
          <a:p>
            <a:pPr algn="l">
              <a:spcBef>
                <a:spcPct val="50000"/>
              </a:spcBef>
              <a:defRPr/>
            </a:pPr>
            <a:r>
              <a:rPr lang="en-US" sz="800">
                <a:solidFill>
                  <a:schemeClr val="bg2"/>
                </a:solidFill>
                <a:latin typeface="Calibri"/>
                <a:cs typeface="Calibri"/>
              </a:rPr>
              <a:t>Copyright © 2016 Optymyze.  All Rights Reserved. Confidential Information.</a:t>
            </a:r>
          </a:p>
        </p:txBody>
      </p:sp>
      <p:pic>
        <p:nvPicPr>
          <p:cNvPr id="10" name="Picture 9"/>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10276115" y="6480659"/>
            <a:ext cx="1715860" cy="277327"/>
          </a:xfrm>
          <a:prstGeom prst="rect">
            <a:avLst/>
          </a:prstGeom>
        </p:spPr>
      </p:pic>
    </p:spTree>
    <p:extLst>
      <p:ext uri="{BB962C8B-B14F-4D97-AF65-F5344CB8AC3E}">
        <p14:creationId xmlns:p14="http://schemas.microsoft.com/office/powerpoint/2010/main" val="256602733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Lst>
  <p:transition>
    <p:wipe dir="d"/>
  </p:transition>
  <p:txStyles>
    <p:titleStyle>
      <a:lvl1pPr algn="l" rtl="0" eaLnBrk="1" fontAlgn="base" hangingPunct="1">
        <a:lnSpc>
          <a:spcPct val="90000"/>
        </a:lnSpc>
        <a:spcBef>
          <a:spcPct val="0"/>
        </a:spcBef>
        <a:spcAft>
          <a:spcPct val="0"/>
        </a:spcAft>
        <a:defRPr lang="en-US" sz="4000" b="1" dirty="0">
          <a:solidFill>
            <a:srgbClr val="000000"/>
          </a:solidFill>
          <a:latin typeface="Arial Black"/>
          <a:ea typeface="ＭＳ Ｐゴシック" pitchFamily="92" charset="-128"/>
          <a:cs typeface="Arial Black"/>
        </a:defRPr>
      </a:lvl1pPr>
      <a:lvl2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2pPr>
      <a:lvl3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3pPr>
      <a:lvl4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4pPr>
      <a:lvl5pPr algn="l" rtl="0" eaLnBrk="1" fontAlgn="base" hangingPunct="1">
        <a:lnSpc>
          <a:spcPct val="90000"/>
        </a:lnSpc>
        <a:spcBef>
          <a:spcPct val="0"/>
        </a:spcBef>
        <a:spcAft>
          <a:spcPct val="0"/>
        </a:spcAft>
        <a:defRPr sz="4000" b="1">
          <a:solidFill>
            <a:srgbClr val="000000"/>
          </a:solidFill>
          <a:latin typeface="Arial Black" pitchFamily="34" charset="0"/>
          <a:ea typeface="ＭＳ Ｐゴシック" pitchFamily="92" charset="-128"/>
          <a:cs typeface="Arial Black" charset="0"/>
        </a:defRPr>
      </a:lvl5pPr>
      <a:lvl6pPr marL="457200" algn="l" rtl="0" eaLnBrk="1" fontAlgn="base" hangingPunct="1">
        <a:lnSpc>
          <a:spcPct val="90000"/>
        </a:lnSpc>
        <a:spcBef>
          <a:spcPct val="0"/>
        </a:spcBef>
        <a:spcAft>
          <a:spcPct val="0"/>
        </a:spcAft>
        <a:defRPr sz="4400">
          <a:solidFill>
            <a:srgbClr val="DDD7AC"/>
          </a:solidFill>
          <a:latin typeface="Arial Black" pitchFamily="34" charset="0"/>
        </a:defRPr>
      </a:lvl6pPr>
      <a:lvl7pPr marL="914400" algn="l" rtl="0" eaLnBrk="1" fontAlgn="base" hangingPunct="1">
        <a:lnSpc>
          <a:spcPct val="90000"/>
        </a:lnSpc>
        <a:spcBef>
          <a:spcPct val="0"/>
        </a:spcBef>
        <a:spcAft>
          <a:spcPct val="0"/>
        </a:spcAft>
        <a:defRPr sz="4400">
          <a:solidFill>
            <a:srgbClr val="DDD7AC"/>
          </a:solidFill>
          <a:latin typeface="Arial Black" pitchFamily="34" charset="0"/>
        </a:defRPr>
      </a:lvl7pPr>
      <a:lvl8pPr marL="1371600" algn="l" rtl="0" eaLnBrk="1" fontAlgn="base" hangingPunct="1">
        <a:lnSpc>
          <a:spcPct val="90000"/>
        </a:lnSpc>
        <a:spcBef>
          <a:spcPct val="0"/>
        </a:spcBef>
        <a:spcAft>
          <a:spcPct val="0"/>
        </a:spcAft>
        <a:defRPr sz="4400">
          <a:solidFill>
            <a:srgbClr val="DDD7AC"/>
          </a:solidFill>
          <a:latin typeface="Arial Black" pitchFamily="34" charset="0"/>
        </a:defRPr>
      </a:lvl8pPr>
      <a:lvl9pPr marL="1828800" algn="l" rtl="0" eaLnBrk="1" fontAlgn="base" hangingPunct="1">
        <a:lnSpc>
          <a:spcPct val="90000"/>
        </a:lnSpc>
        <a:spcBef>
          <a:spcPct val="0"/>
        </a:spcBef>
        <a:spcAft>
          <a:spcPct val="0"/>
        </a:spcAft>
        <a:defRPr sz="4400">
          <a:solidFill>
            <a:srgbClr val="DDD7AC"/>
          </a:solidFill>
          <a:latin typeface="Arial Black" pitchFamily="34" charset="0"/>
        </a:defRPr>
      </a:lvl9pPr>
    </p:titleStyle>
    <p:bodyStyle>
      <a:lvl1pPr marL="339725" indent="-339725" algn="l" rtl="0" eaLnBrk="1" fontAlgn="base" hangingPunct="1">
        <a:lnSpc>
          <a:spcPct val="110000"/>
        </a:lnSpc>
        <a:spcBef>
          <a:spcPts val="1000"/>
        </a:spcBef>
        <a:spcAft>
          <a:spcPct val="0"/>
        </a:spcAft>
        <a:buClr>
          <a:srgbClr val="0078C1"/>
        </a:buClr>
        <a:buChar char="•"/>
        <a:defRPr sz="3600" b="1">
          <a:solidFill>
            <a:schemeClr val="tx1"/>
          </a:solidFill>
          <a:latin typeface="Arial"/>
          <a:ea typeface="ＭＳ Ｐゴシック" pitchFamily="92" charset="-128"/>
          <a:cs typeface="Arial"/>
        </a:defRPr>
      </a:lvl1pPr>
      <a:lvl2pPr marL="685800" indent="-336550" algn="l" rtl="0" eaLnBrk="1" fontAlgn="base" hangingPunct="1">
        <a:lnSpc>
          <a:spcPct val="110000"/>
        </a:lnSpc>
        <a:spcBef>
          <a:spcPts val="800"/>
        </a:spcBef>
        <a:spcAft>
          <a:spcPct val="0"/>
        </a:spcAft>
        <a:buClr>
          <a:srgbClr val="0078C1"/>
        </a:buClr>
        <a:buChar char="–"/>
        <a:defRPr sz="3200" b="1">
          <a:solidFill>
            <a:schemeClr val="tx1"/>
          </a:solidFill>
          <a:latin typeface="Arial"/>
          <a:ea typeface="ＭＳ Ｐゴシック" pitchFamily="92" charset="-128"/>
          <a:cs typeface="Arial"/>
        </a:defRPr>
      </a:lvl2pPr>
      <a:lvl3pPr marL="1035050" indent="-228600" algn="l" rtl="0" eaLnBrk="1" fontAlgn="base" hangingPunct="1">
        <a:lnSpc>
          <a:spcPct val="110000"/>
        </a:lnSpc>
        <a:spcBef>
          <a:spcPts val="700"/>
        </a:spcBef>
        <a:spcAft>
          <a:spcPct val="0"/>
        </a:spcAft>
        <a:buClr>
          <a:srgbClr val="0078C1"/>
        </a:buClr>
        <a:buChar char="•"/>
        <a:defRPr sz="2800" b="1">
          <a:solidFill>
            <a:schemeClr val="tx1"/>
          </a:solidFill>
          <a:latin typeface="Arial"/>
          <a:ea typeface="ＭＳ Ｐゴシック" pitchFamily="92" charset="-128"/>
          <a:cs typeface="Arial"/>
        </a:defRPr>
      </a:lvl3pPr>
      <a:lvl4pPr marL="1425575" indent="-282575" algn="l" rtl="0" eaLnBrk="1" fontAlgn="base" hangingPunct="1">
        <a:lnSpc>
          <a:spcPct val="110000"/>
        </a:lnSpc>
        <a:spcBef>
          <a:spcPts val="600"/>
        </a:spcBef>
        <a:spcAft>
          <a:spcPct val="0"/>
        </a:spcAft>
        <a:buClr>
          <a:srgbClr val="0078C1"/>
        </a:buClr>
        <a:buChar char="–"/>
        <a:defRPr sz="2200" b="1">
          <a:solidFill>
            <a:schemeClr val="tx1"/>
          </a:solidFill>
          <a:latin typeface="Arial"/>
          <a:ea typeface="ＭＳ Ｐゴシック" pitchFamily="92" charset="-128"/>
          <a:cs typeface="Arial"/>
        </a:defRPr>
      </a:lvl4pPr>
      <a:lvl5pPr marL="1720850" indent="-228600" algn="l" rtl="0" eaLnBrk="1" fontAlgn="base" hangingPunct="1">
        <a:lnSpc>
          <a:spcPct val="110000"/>
        </a:lnSpc>
        <a:spcBef>
          <a:spcPts val="500"/>
        </a:spcBef>
        <a:spcAft>
          <a:spcPct val="0"/>
        </a:spcAft>
        <a:buClr>
          <a:srgbClr val="0078C1"/>
        </a:buClr>
        <a:buChar char="»"/>
        <a:defRPr sz="2000" b="1">
          <a:solidFill>
            <a:schemeClr val="tx1"/>
          </a:solidFill>
          <a:latin typeface="Arial"/>
          <a:ea typeface="ＭＳ Ｐゴシック" pitchFamily="92" charset="-128"/>
          <a:cs typeface="Arial"/>
        </a:defRPr>
      </a:lvl5pPr>
      <a:lvl6pPr marL="2514600" indent="-228600" algn="l" rtl="0" eaLnBrk="1" fontAlgn="base" hangingPunct="1">
        <a:spcBef>
          <a:spcPct val="20000"/>
        </a:spcBef>
        <a:spcAft>
          <a:spcPct val="0"/>
        </a:spcAft>
        <a:buClr>
          <a:srgbClr val="DDD7AC"/>
        </a:buClr>
        <a:buChar char="»"/>
        <a:defRPr sz="2000">
          <a:solidFill>
            <a:schemeClr val="bg1"/>
          </a:solidFill>
          <a:latin typeface="+mn-lt"/>
        </a:defRPr>
      </a:lvl6pPr>
      <a:lvl7pPr marL="2971800" indent="-228600" algn="l" rtl="0" eaLnBrk="1" fontAlgn="base" hangingPunct="1">
        <a:spcBef>
          <a:spcPct val="20000"/>
        </a:spcBef>
        <a:spcAft>
          <a:spcPct val="0"/>
        </a:spcAft>
        <a:buClr>
          <a:srgbClr val="DDD7AC"/>
        </a:buClr>
        <a:buChar char="»"/>
        <a:defRPr sz="2000">
          <a:solidFill>
            <a:schemeClr val="bg1"/>
          </a:solidFill>
          <a:latin typeface="+mn-lt"/>
        </a:defRPr>
      </a:lvl7pPr>
      <a:lvl8pPr marL="3429000" indent="-228600" algn="l" rtl="0" eaLnBrk="1" fontAlgn="base" hangingPunct="1">
        <a:spcBef>
          <a:spcPct val="20000"/>
        </a:spcBef>
        <a:spcAft>
          <a:spcPct val="0"/>
        </a:spcAft>
        <a:buClr>
          <a:srgbClr val="DDD7AC"/>
        </a:buClr>
        <a:buChar char="»"/>
        <a:defRPr sz="2000">
          <a:solidFill>
            <a:schemeClr val="bg1"/>
          </a:solidFill>
          <a:latin typeface="+mn-lt"/>
        </a:defRPr>
      </a:lvl8pPr>
      <a:lvl9pPr marL="3886200" indent="-228600" algn="l" rtl="0" eaLnBrk="1" fontAlgn="base" hangingPunct="1">
        <a:spcBef>
          <a:spcPct val="20000"/>
        </a:spcBef>
        <a:spcAft>
          <a:spcPct val="0"/>
        </a:spcAft>
        <a:buClr>
          <a:srgbClr val="DDD7AC"/>
        </a:buClr>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ctrTitle"/>
          </p:nvPr>
        </p:nvSpPr>
        <p:spPr>
          <a:xfrm>
            <a:off x="2704816" y="4565628"/>
            <a:ext cx="9144000" cy="1641600"/>
          </a:xfrm>
          <a:prstGeom prst="rect">
            <a:avLst/>
          </a:prstGeom>
          <a:noFill/>
          <a:ln>
            <a:noFill/>
          </a:ln>
        </p:spPr>
        <p:txBody>
          <a:bodyPr lIns="91425" tIns="45700" rIns="91425" bIns="45700" anchor="t" anchorCtr="0">
            <a:noAutofit/>
          </a:bodyPr>
          <a:lstStyle/>
          <a:p>
            <a:pPr marL="0" marR="0" lvl="0" indent="0" algn="r" rtl="0">
              <a:lnSpc>
                <a:spcPct val="90000"/>
              </a:lnSpc>
              <a:spcBef>
                <a:spcPts val="0"/>
              </a:spcBef>
              <a:spcAft>
                <a:spcPts val="0"/>
              </a:spcAft>
              <a:buClr>
                <a:srgbClr val="E2E2E2"/>
              </a:buClr>
              <a:buSzPct val="25000"/>
              <a:buFont typeface="Calibri"/>
              <a:buNone/>
            </a:pPr>
            <a:r>
              <a:rPr lang="en-US" sz="6000" i="0" u="none" strike="noStrike" cap="none" dirty="0">
                <a:solidFill>
                  <a:srgbClr val="E2E2E2"/>
                </a:solidFill>
                <a:latin typeface="Calibri"/>
                <a:ea typeface="Calibri"/>
                <a:cs typeface="Calibri"/>
                <a:sym typeface="Calibri"/>
              </a:rPr>
              <a:t>Spring Boot  </a:t>
            </a:r>
          </a:p>
        </p:txBody>
      </p:sp>
      <p:sp>
        <p:nvSpPr>
          <p:cNvPr id="143" name="Shape 143"/>
          <p:cNvSpPr txBox="1">
            <a:spLocks noGrp="1"/>
          </p:cNvSpPr>
          <p:nvPr>
            <p:ph type="subTitle" idx="1"/>
          </p:nvPr>
        </p:nvSpPr>
        <p:spPr>
          <a:xfrm>
            <a:off x="2643350" y="5453203"/>
            <a:ext cx="9144000" cy="754025"/>
          </a:xfrm>
          <a:prstGeom prst="rect">
            <a:avLst/>
          </a:prstGeom>
          <a:noFill/>
          <a:ln>
            <a:noFill/>
          </a:ln>
        </p:spPr>
        <p:txBody>
          <a:bodyPr lIns="91425" tIns="45700" rIns="91425" bIns="45700" anchor="b" anchorCtr="0">
            <a:noAutofit/>
          </a:bodyPr>
          <a:lstStyle/>
          <a:p>
            <a:pPr marL="0" marR="0" lvl="0" indent="0" algn="r" rtl="0">
              <a:lnSpc>
                <a:spcPct val="90000"/>
              </a:lnSpc>
              <a:spcBef>
                <a:spcPts val="0"/>
              </a:spcBef>
              <a:spcAft>
                <a:spcPts val="0"/>
              </a:spcAft>
              <a:buClr>
                <a:schemeClr val="lt2"/>
              </a:buClr>
              <a:buSzPct val="25000"/>
              <a:buFont typeface="Arial"/>
              <a:buNone/>
            </a:pPr>
            <a:r>
              <a:rPr lang="en-US" sz="4000" b="0" i="0" u="none" strike="noStrike" cap="none" dirty="0">
                <a:solidFill>
                  <a:schemeClr val="lt2"/>
                </a:solidFill>
                <a:latin typeface="Calibri"/>
                <a:ea typeface="Calibri"/>
                <a:cs typeface="Calibri"/>
                <a:sym typeface="Calibri"/>
              </a:rPr>
              <a:t>SpringTeam-HienVT9</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1277892" y="959713"/>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dirty="0" err="1">
                <a:solidFill>
                  <a:srgbClr val="EDEDED"/>
                </a:solidFill>
                <a:latin typeface="Calibri"/>
                <a:ea typeface="Calibri"/>
                <a:cs typeface="Calibri"/>
                <a:sym typeface="Calibri"/>
              </a:rPr>
              <a:t>Nội</a:t>
            </a:r>
            <a:r>
              <a:rPr lang="en-US" sz="5400" i="0" u="none" strike="noStrike" cap="none">
                <a:solidFill>
                  <a:srgbClr val="EDEDED"/>
                </a:solidFill>
                <a:latin typeface="Calibri"/>
                <a:ea typeface="Calibri"/>
                <a:cs typeface="Calibri"/>
                <a:sym typeface="Calibri"/>
              </a:rPr>
              <a:t> dung</a:t>
            </a:r>
            <a:br>
              <a:rPr lang="en-US" sz="5400" i="0" u="none" strike="noStrike" cap="none">
                <a:solidFill>
                  <a:srgbClr val="EDEDED"/>
                </a:solidFill>
                <a:latin typeface="Calibri"/>
                <a:ea typeface="Calibri"/>
                <a:cs typeface="Calibri"/>
                <a:sym typeface="Calibri"/>
              </a:rPr>
            </a:br>
            <a:endParaRPr lang="en-US" sz="5400" i="0" u="none" strike="noStrike" cap="none">
              <a:solidFill>
                <a:srgbClr val="EDEDED"/>
              </a:solidFill>
              <a:latin typeface="Calibri"/>
              <a:ea typeface="Calibri"/>
              <a:cs typeface="Calibri"/>
              <a:sym typeface="Calibri"/>
            </a:endParaRPr>
          </a:p>
        </p:txBody>
      </p:sp>
      <p:sp>
        <p:nvSpPr>
          <p:cNvPr id="150" name="Shape 150"/>
          <p:cNvSpPr txBox="1">
            <a:spLocks noGrp="1"/>
          </p:cNvSpPr>
          <p:nvPr>
            <p:ph idx="1"/>
          </p:nvPr>
        </p:nvSpPr>
        <p:spPr>
          <a:xfrm>
            <a:off x="1277892" y="2232989"/>
            <a:ext cx="10233899" cy="4351199"/>
          </a:xfrm>
          <a:prstGeom prst="rect">
            <a:avLst/>
          </a:prstGeom>
          <a:noFill/>
          <a:ln>
            <a:noFill/>
          </a:ln>
        </p:spPr>
        <p:txBody>
          <a:bodyPr lIns="91425" tIns="45700" rIns="91425" bIns="45700" anchor="t" anchorCtr="0">
            <a:noAutofit/>
          </a:bodyPr>
          <a:lstStyle/>
          <a:p>
            <a:pPr marL="228600" marR="0" lvl="0" indent="-228600" algn="l" rtl="0">
              <a:lnSpc>
                <a:spcPct val="90000"/>
              </a:lnSpc>
              <a:spcBef>
                <a:spcPts val="0"/>
              </a:spcBef>
              <a:spcAft>
                <a:spcPts val="0"/>
              </a:spcAft>
              <a:buClr>
                <a:srgbClr val="FFFFFF"/>
              </a:buClr>
              <a:buSzPct val="100000"/>
              <a:buFont typeface="Arial"/>
              <a:buChar char="•"/>
            </a:pPr>
            <a:r>
              <a:rPr lang="en-US" sz="4400" i="0" u="none" strike="noStrike" cap="none">
                <a:solidFill>
                  <a:srgbClr val="FFFFFF"/>
                </a:solidFill>
                <a:latin typeface="Calibri"/>
                <a:ea typeface="Calibri"/>
                <a:cs typeface="Calibri"/>
                <a:sym typeface="Calibri"/>
              </a:rPr>
              <a:t>Spring Boot là gì?</a:t>
            </a:r>
          </a:p>
          <a:p>
            <a:pPr marL="0" marR="0" lvl="0" indent="0" algn="l" rtl="0">
              <a:lnSpc>
                <a:spcPct val="90000"/>
              </a:lnSpc>
              <a:spcBef>
                <a:spcPts val="0"/>
              </a:spcBef>
              <a:spcAft>
                <a:spcPts val="0"/>
              </a:spcAft>
              <a:buClr>
                <a:srgbClr val="EDEDED"/>
              </a:buClr>
              <a:buSzPct val="25000"/>
              <a:buFont typeface="Arial"/>
              <a:buNone/>
            </a:pPr>
            <a:endParaRPr sz="4400" b="0" i="0" u="none" strike="noStrike" cap="none">
              <a:solidFill>
                <a:srgbClr val="FFFFFF"/>
              </a:solidFill>
              <a:latin typeface="Calibri"/>
              <a:ea typeface="Calibri"/>
              <a:cs typeface="Calibri"/>
              <a:sym typeface="Calibri"/>
            </a:endParaRPr>
          </a:p>
          <a:p>
            <a:pPr marL="228600" marR="0" lvl="0" indent="-228600" algn="l" rtl="0">
              <a:lnSpc>
                <a:spcPct val="90000"/>
              </a:lnSpc>
              <a:spcBef>
                <a:spcPts val="1000"/>
              </a:spcBef>
              <a:spcAft>
                <a:spcPts val="0"/>
              </a:spcAft>
              <a:buClr>
                <a:srgbClr val="FFFFFF"/>
              </a:buClr>
              <a:buSzPct val="100000"/>
              <a:buFont typeface="Arial"/>
              <a:buChar char="•"/>
            </a:pPr>
            <a:r>
              <a:rPr lang="en-US" sz="4400" i="0" u="none" strike="noStrike" cap="none">
                <a:solidFill>
                  <a:srgbClr val="FFFFFF"/>
                </a:solidFill>
                <a:latin typeface="Calibri"/>
                <a:ea typeface="Calibri"/>
                <a:cs typeface="Calibri"/>
                <a:sym typeface="Calibri"/>
              </a:rPr>
              <a:t>Goals and features</a:t>
            </a:r>
          </a:p>
          <a:p>
            <a:pPr marL="0" marR="0" lvl="0" indent="0" algn="l" rtl="0">
              <a:lnSpc>
                <a:spcPct val="90000"/>
              </a:lnSpc>
              <a:spcBef>
                <a:spcPts val="1000"/>
              </a:spcBef>
              <a:spcAft>
                <a:spcPts val="0"/>
              </a:spcAft>
              <a:buClr>
                <a:srgbClr val="EDEDED"/>
              </a:buClr>
              <a:buSzPct val="25000"/>
              <a:buFont typeface="Arial"/>
              <a:buNone/>
            </a:pPr>
            <a:endParaRPr sz="4400" b="0" i="0" u="none" strike="noStrike" cap="none">
              <a:solidFill>
                <a:srgbClr val="FFFFFF"/>
              </a:solidFill>
              <a:latin typeface="Calibri"/>
              <a:ea typeface="Calibri"/>
              <a:cs typeface="Calibri"/>
              <a:sym typeface="Calibri"/>
            </a:endParaRPr>
          </a:p>
          <a:p>
            <a:pPr marL="228600" marR="0" lvl="0" indent="-228600" algn="l" rtl="0">
              <a:lnSpc>
                <a:spcPct val="90000"/>
              </a:lnSpc>
              <a:spcBef>
                <a:spcPts val="1000"/>
              </a:spcBef>
              <a:spcAft>
                <a:spcPts val="0"/>
              </a:spcAft>
              <a:buClr>
                <a:srgbClr val="FFFFFF"/>
              </a:buClr>
              <a:buSzPct val="100000"/>
              <a:buFont typeface="Arial"/>
              <a:buChar char="•"/>
            </a:pPr>
            <a:r>
              <a:rPr lang="en-US" sz="4400" i="0" u="none" strike="noStrike" cap="none">
                <a:solidFill>
                  <a:srgbClr val="FFFFFF"/>
                </a:solidFill>
                <a:latin typeface="Calibri"/>
                <a:ea typeface="Calibri"/>
                <a:cs typeface="Calibri"/>
                <a:sym typeface="Calibri"/>
              </a:rPr>
              <a:t>Demo</a:t>
            </a:r>
          </a:p>
          <a:p>
            <a:pPr marL="228600" marR="0" lvl="0" indent="-228600" algn="l" rtl="0">
              <a:lnSpc>
                <a:spcPct val="90000"/>
              </a:lnSpc>
              <a:spcBef>
                <a:spcPts val="1000"/>
              </a:spcBef>
              <a:spcAft>
                <a:spcPts val="0"/>
              </a:spcAft>
              <a:buClr>
                <a:srgbClr val="EDEDED"/>
              </a:buClr>
              <a:buSzPct val="25000"/>
              <a:buFont typeface="Arial"/>
              <a:buNone/>
            </a:pPr>
            <a:endParaRPr sz="2800" b="0" i="0" u="none" strike="noStrike" cap="none">
              <a:solidFill>
                <a:srgbClr val="FFFFFF"/>
              </a:solidFill>
              <a:latin typeface="Calibri"/>
              <a:ea typeface="Calibri"/>
              <a:cs typeface="Calibri"/>
              <a:sym typeface="Calibri"/>
            </a:endParaRPr>
          </a:p>
          <a:p>
            <a:pPr marL="228600" marR="0" lvl="0" indent="-228600" algn="l" rtl="0">
              <a:lnSpc>
                <a:spcPct val="90000"/>
              </a:lnSpc>
              <a:spcBef>
                <a:spcPts val="1000"/>
              </a:spcBef>
              <a:spcAft>
                <a:spcPts val="0"/>
              </a:spcAft>
              <a:buClr>
                <a:srgbClr val="EDEDED"/>
              </a:buClr>
              <a:buSzPct val="25000"/>
              <a:buFont typeface="Arial"/>
              <a:buNone/>
            </a:pPr>
            <a:endParaRPr sz="280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414369" y="673109"/>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FFFFFF"/>
              </a:buClr>
              <a:buSzPct val="25000"/>
              <a:buFont typeface="Calibri"/>
              <a:buNone/>
            </a:pPr>
            <a:r>
              <a:rPr lang="en-US" sz="5400" i="0" u="none" strike="noStrike" cap="none">
                <a:solidFill>
                  <a:srgbClr val="FFFFFF"/>
                </a:solidFill>
                <a:latin typeface="Calibri"/>
                <a:ea typeface="Calibri"/>
                <a:cs typeface="Calibri"/>
                <a:sym typeface="Calibri"/>
              </a:rPr>
              <a:t>Spring Boot là gì?</a:t>
            </a:r>
          </a:p>
        </p:txBody>
      </p:sp>
      <p:sp>
        <p:nvSpPr>
          <p:cNvPr id="157" name="Shape 157"/>
          <p:cNvSpPr txBox="1">
            <a:spLocks noGrp="1"/>
          </p:cNvSpPr>
          <p:nvPr>
            <p:ph idx="1"/>
          </p:nvPr>
        </p:nvSpPr>
        <p:spPr>
          <a:xfrm>
            <a:off x="924459" y="1743739"/>
            <a:ext cx="10233899" cy="3797525"/>
          </a:xfrm>
          <a:prstGeom prst="rect">
            <a:avLst/>
          </a:prstGeom>
          <a:noFill/>
          <a:ln>
            <a:noFill/>
          </a:ln>
        </p:spPr>
        <p:txBody>
          <a:bodyPr lIns="91425" tIns="45700" rIns="91425" bIns="45700" anchor="t" anchorCtr="0">
            <a:noAutofit/>
          </a:bodyPr>
          <a:lstStyle/>
          <a:p>
            <a:pPr marL="0" marR="0" lvl="0" indent="0" algn="l" rtl="0">
              <a:lnSpc>
                <a:spcPct val="80000"/>
              </a:lnSpc>
              <a:spcBef>
                <a:spcPts val="500"/>
              </a:spcBef>
              <a:spcAft>
                <a:spcPts val="0"/>
              </a:spcAft>
              <a:buClr>
                <a:srgbClr val="EDEDED"/>
              </a:buClr>
              <a:buSzPct val="25000"/>
              <a:buFont typeface="Arial"/>
              <a:buNone/>
            </a:pPr>
            <a:endParaRPr sz="2400" b="0" i="0" u="none" strike="noStrike" cap="none">
              <a:solidFill>
                <a:srgbClr val="EDEDED"/>
              </a:solidFill>
              <a:latin typeface="Calibri"/>
              <a:ea typeface="Calibri"/>
              <a:cs typeface="Calibri"/>
              <a:sym typeface="Calibri"/>
            </a:endParaRPr>
          </a:p>
          <a:p>
            <a:pPr marL="457200" marR="0" lvl="0" indent="457200" algn="l" rtl="0">
              <a:lnSpc>
                <a:spcPct val="100000"/>
              </a:lnSpc>
              <a:spcBef>
                <a:spcPts val="500"/>
              </a:spcBef>
              <a:spcAft>
                <a:spcPts val="0"/>
              </a:spcAft>
              <a:buClr>
                <a:srgbClr val="EDEDED"/>
              </a:buClr>
              <a:buSzPct val="25000"/>
              <a:buFont typeface="Arial"/>
              <a:buNone/>
            </a:pPr>
            <a:r>
              <a:rPr lang="vi-VN" sz="3200" b="1" i="0">
                <a:effectLst/>
                <a:latin typeface="Lora"/>
              </a:rPr>
              <a:t>Spring Boot</a:t>
            </a:r>
            <a:r>
              <a:rPr lang="vi-VN" sz="3200" i="0">
                <a:effectLst/>
                <a:latin typeface="Lora"/>
              </a:rPr>
              <a:t> là một dự án phát triển bởi</a:t>
            </a:r>
            <a:r>
              <a:rPr lang="vi-VN" sz="3200" b="1" i="0">
                <a:effectLst/>
                <a:latin typeface="Lora"/>
              </a:rPr>
              <a:t> </a:t>
            </a:r>
            <a:r>
              <a:rPr lang="en-US" sz="3200" i="0">
                <a:effectLst/>
                <a:latin typeface="Lora"/>
              </a:rPr>
              <a:t>Java </a:t>
            </a:r>
            <a:r>
              <a:rPr lang="vi-VN" sz="3200" i="0">
                <a:effectLst/>
                <a:latin typeface="Lora"/>
              </a:rPr>
              <a:t>trong hệ sinh thái Spring framework. Nó giúp cho các lập trình viên chúng ta đơn giản hóa quá trình lập trình một ứng dụng với Spring, chỉ tập trung vào việc phát triển business cho ứng dụng.</a:t>
            </a:r>
            <a:endParaRPr lang="en-US" sz="4000" i="0" u="none" strike="noStrike" cap="none">
              <a:latin typeface="Calibri"/>
              <a:ea typeface="Calibri"/>
              <a:cs typeface="Calibri"/>
              <a:sym typeface="Calibri"/>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6DC2027-13F8-4035-9931-400F2D6C3E1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71500"/>
            <a:ext cx="6858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958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1143000" y="385666"/>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a:ea typeface="Calibri"/>
                <a:cs typeface="Calibri"/>
                <a:sym typeface="Calibri"/>
              </a:rPr>
              <a:t>Goals</a:t>
            </a:r>
          </a:p>
        </p:txBody>
      </p:sp>
      <p:pic>
        <p:nvPicPr>
          <p:cNvPr id="11" name="Picture 10">
            <a:extLst>
              <a:ext uri="{FF2B5EF4-FFF2-40B4-BE49-F238E27FC236}">
                <a16:creationId xmlns:a16="http://schemas.microsoft.com/office/drawing/2014/main" id="{38A62E28-02E9-46A4-A88A-0C9D4A7D96A4}"/>
              </a:ext>
            </a:extLst>
          </p:cNvPr>
          <p:cNvPicPr>
            <a:picLocks noChangeAspect="1"/>
          </p:cNvPicPr>
          <p:nvPr/>
        </p:nvPicPr>
        <p:blipFill>
          <a:blip r:embed="rId3"/>
          <a:srcRect l="39168" t="10036" r="39623" b="54717"/>
          <a:stretch>
            <a:fillRect/>
          </a:stretch>
        </p:blipFill>
        <p:spPr>
          <a:xfrm>
            <a:off x="4938673" y="1173100"/>
            <a:ext cx="1847850" cy="1671637"/>
          </a:xfrm>
          <a:custGeom>
            <a:avLst/>
            <a:gdLst>
              <a:gd name="connsiteX0" fmla="*/ 500063 w 1847850"/>
              <a:gd name="connsiteY0" fmla="*/ 0 h 1671637"/>
              <a:gd name="connsiteX1" fmla="*/ 1323975 w 1847850"/>
              <a:gd name="connsiteY1" fmla="*/ 9525 h 1671637"/>
              <a:gd name="connsiteX2" fmla="*/ 1443038 w 1847850"/>
              <a:gd name="connsiteY2" fmla="*/ 80962 h 1671637"/>
              <a:gd name="connsiteX3" fmla="*/ 1814513 w 1847850"/>
              <a:gd name="connsiteY3" fmla="*/ 723900 h 1671637"/>
              <a:gd name="connsiteX4" fmla="*/ 1843088 w 1847850"/>
              <a:gd name="connsiteY4" fmla="*/ 776287 h 1671637"/>
              <a:gd name="connsiteX5" fmla="*/ 1847850 w 1847850"/>
              <a:gd name="connsiteY5" fmla="*/ 904875 h 1671637"/>
              <a:gd name="connsiteX6" fmla="*/ 1543050 w 1847850"/>
              <a:gd name="connsiteY6" fmla="*/ 1404937 h 1671637"/>
              <a:gd name="connsiteX7" fmla="*/ 1462088 w 1847850"/>
              <a:gd name="connsiteY7" fmla="*/ 1576387 h 1671637"/>
              <a:gd name="connsiteX8" fmla="*/ 1343025 w 1847850"/>
              <a:gd name="connsiteY8" fmla="*/ 1652587 h 1671637"/>
              <a:gd name="connsiteX9" fmla="*/ 519113 w 1847850"/>
              <a:gd name="connsiteY9" fmla="*/ 1671637 h 1671637"/>
              <a:gd name="connsiteX10" fmla="*/ 390525 w 1847850"/>
              <a:gd name="connsiteY10" fmla="*/ 1595437 h 1671637"/>
              <a:gd name="connsiteX11" fmla="*/ 0 w 1847850"/>
              <a:gd name="connsiteY11" fmla="*/ 904875 h 1671637"/>
              <a:gd name="connsiteX12" fmla="*/ 4763 w 1847850"/>
              <a:gd name="connsiteY12" fmla="*/ 752475 h 1671637"/>
              <a:gd name="connsiteX13" fmla="*/ 385763 w 1847850"/>
              <a:gd name="connsiteY13" fmla="*/ 61912 h 1671637"/>
              <a:gd name="connsiteX14" fmla="*/ 500063 w 1847850"/>
              <a:gd name="connsiteY14" fmla="*/ 0 h 167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7850" h="1671637">
                <a:moveTo>
                  <a:pt x="500063" y="0"/>
                </a:moveTo>
                <a:lnTo>
                  <a:pt x="1323975" y="9525"/>
                </a:lnTo>
                <a:lnTo>
                  <a:pt x="1443038" y="80962"/>
                </a:lnTo>
                <a:lnTo>
                  <a:pt x="1814513" y="723900"/>
                </a:lnTo>
                <a:lnTo>
                  <a:pt x="1843088" y="776287"/>
                </a:lnTo>
                <a:lnTo>
                  <a:pt x="1847850" y="904875"/>
                </a:lnTo>
                <a:lnTo>
                  <a:pt x="1543050" y="1404937"/>
                </a:lnTo>
                <a:lnTo>
                  <a:pt x="1462088" y="1576387"/>
                </a:lnTo>
                <a:lnTo>
                  <a:pt x="1343025" y="1652587"/>
                </a:lnTo>
                <a:lnTo>
                  <a:pt x="519113" y="1671637"/>
                </a:lnTo>
                <a:lnTo>
                  <a:pt x="390525" y="1595437"/>
                </a:lnTo>
                <a:lnTo>
                  <a:pt x="0" y="904875"/>
                </a:lnTo>
                <a:lnTo>
                  <a:pt x="4763" y="752475"/>
                </a:lnTo>
                <a:lnTo>
                  <a:pt x="385763" y="61912"/>
                </a:lnTo>
                <a:lnTo>
                  <a:pt x="500063" y="0"/>
                </a:lnTo>
                <a:close/>
              </a:path>
            </a:pathLst>
          </a:custGeom>
        </p:spPr>
      </p:pic>
      <p:pic>
        <p:nvPicPr>
          <p:cNvPr id="12" name="Picture 11">
            <a:extLst>
              <a:ext uri="{FF2B5EF4-FFF2-40B4-BE49-F238E27FC236}">
                <a16:creationId xmlns:a16="http://schemas.microsoft.com/office/drawing/2014/main" id="{50CB9676-D0ED-4B09-BE26-6D32C36630BA}"/>
              </a:ext>
            </a:extLst>
          </p:cNvPr>
          <p:cNvPicPr>
            <a:picLocks noChangeAspect="1"/>
          </p:cNvPicPr>
          <p:nvPr/>
        </p:nvPicPr>
        <p:blipFill>
          <a:blip r:embed="rId3"/>
          <a:srcRect l="39168" t="10036" r="39623" b="54717"/>
          <a:stretch>
            <a:fillRect/>
          </a:stretch>
        </p:blipFill>
        <p:spPr>
          <a:xfrm>
            <a:off x="1954445" y="3825239"/>
            <a:ext cx="882302" cy="798164"/>
          </a:xfrm>
          <a:custGeom>
            <a:avLst/>
            <a:gdLst>
              <a:gd name="connsiteX0" fmla="*/ 500063 w 1847850"/>
              <a:gd name="connsiteY0" fmla="*/ 0 h 1671637"/>
              <a:gd name="connsiteX1" fmla="*/ 1323975 w 1847850"/>
              <a:gd name="connsiteY1" fmla="*/ 9525 h 1671637"/>
              <a:gd name="connsiteX2" fmla="*/ 1443038 w 1847850"/>
              <a:gd name="connsiteY2" fmla="*/ 80962 h 1671637"/>
              <a:gd name="connsiteX3" fmla="*/ 1814513 w 1847850"/>
              <a:gd name="connsiteY3" fmla="*/ 723900 h 1671637"/>
              <a:gd name="connsiteX4" fmla="*/ 1843088 w 1847850"/>
              <a:gd name="connsiteY4" fmla="*/ 776287 h 1671637"/>
              <a:gd name="connsiteX5" fmla="*/ 1847850 w 1847850"/>
              <a:gd name="connsiteY5" fmla="*/ 904875 h 1671637"/>
              <a:gd name="connsiteX6" fmla="*/ 1543050 w 1847850"/>
              <a:gd name="connsiteY6" fmla="*/ 1404937 h 1671637"/>
              <a:gd name="connsiteX7" fmla="*/ 1462088 w 1847850"/>
              <a:gd name="connsiteY7" fmla="*/ 1576387 h 1671637"/>
              <a:gd name="connsiteX8" fmla="*/ 1343025 w 1847850"/>
              <a:gd name="connsiteY8" fmla="*/ 1652587 h 1671637"/>
              <a:gd name="connsiteX9" fmla="*/ 519113 w 1847850"/>
              <a:gd name="connsiteY9" fmla="*/ 1671637 h 1671637"/>
              <a:gd name="connsiteX10" fmla="*/ 390525 w 1847850"/>
              <a:gd name="connsiteY10" fmla="*/ 1595437 h 1671637"/>
              <a:gd name="connsiteX11" fmla="*/ 0 w 1847850"/>
              <a:gd name="connsiteY11" fmla="*/ 904875 h 1671637"/>
              <a:gd name="connsiteX12" fmla="*/ 4763 w 1847850"/>
              <a:gd name="connsiteY12" fmla="*/ 752475 h 1671637"/>
              <a:gd name="connsiteX13" fmla="*/ 385763 w 1847850"/>
              <a:gd name="connsiteY13" fmla="*/ 61912 h 1671637"/>
              <a:gd name="connsiteX14" fmla="*/ 500063 w 1847850"/>
              <a:gd name="connsiteY14" fmla="*/ 0 h 167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7850" h="1671637">
                <a:moveTo>
                  <a:pt x="500063" y="0"/>
                </a:moveTo>
                <a:lnTo>
                  <a:pt x="1323975" y="9525"/>
                </a:lnTo>
                <a:lnTo>
                  <a:pt x="1443038" y="80962"/>
                </a:lnTo>
                <a:lnTo>
                  <a:pt x="1814513" y="723900"/>
                </a:lnTo>
                <a:lnTo>
                  <a:pt x="1843088" y="776287"/>
                </a:lnTo>
                <a:lnTo>
                  <a:pt x="1847850" y="904875"/>
                </a:lnTo>
                <a:lnTo>
                  <a:pt x="1543050" y="1404937"/>
                </a:lnTo>
                <a:lnTo>
                  <a:pt x="1462088" y="1576387"/>
                </a:lnTo>
                <a:lnTo>
                  <a:pt x="1343025" y="1652587"/>
                </a:lnTo>
                <a:lnTo>
                  <a:pt x="519113" y="1671637"/>
                </a:lnTo>
                <a:lnTo>
                  <a:pt x="390525" y="1595437"/>
                </a:lnTo>
                <a:lnTo>
                  <a:pt x="0" y="904875"/>
                </a:lnTo>
                <a:lnTo>
                  <a:pt x="4763" y="752475"/>
                </a:lnTo>
                <a:lnTo>
                  <a:pt x="385763" y="61912"/>
                </a:lnTo>
                <a:lnTo>
                  <a:pt x="500063" y="0"/>
                </a:lnTo>
                <a:close/>
              </a:path>
            </a:pathLst>
          </a:custGeom>
        </p:spPr>
      </p:pic>
      <p:sp>
        <p:nvSpPr>
          <p:cNvPr id="7" name="TextBox 6">
            <a:extLst>
              <a:ext uri="{FF2B5EF4-FFF2-40B4-BE49-F238E27FC236}">
                <a16:creationId xmlns:a16="http://schemas.microsoft.com/office/drawing/2014/main" id="{D4C7A079-1B1A-494C-A726-FE22DC08549D}"/>
              </a:ext>
            </a:extLst>
          </p:cNvPr>
          <p:cNvSpPr txBox="1"/>
          <p:nvPr/>
        </p:nvSpPr>
        <p:spPr>
          <a:xfrm>
            <a:off x="4648200" y="3073400"/>
            <a:ext cx="2247900" cy="307777"/>
          </a:xfrm>
          <a:prstGeom prst="rect">
            <a:avLst/>
          </a:prstGeom>
          <a:noFill/>
        </p:spPr>
        <p:txBody>
          <a:bodyPr wrap="square" rtlCol="0">
            <a:spAutoFit/>
          </a:bodyPr>
          <a:lstStyle/>
          <a:p>
            <a:r>
              <a:rPr lang="en-US">
                <a:solidFill>
                  <a:schemeClr val="tx1"/>
                </a:solidFill>
              </a:rPr>
              <a:t>Spring boot components</a:t>
            </a:r>
          </a:p>
        </p:txBody>
      </p:sp>
      <p:pic>
        <p:nvPicPr>
          <p:cNvPr id="14" name="Picture 13">
            <a:extLst>
              <a:ext uri="{FF2B5EF4-FFF2-40B4-BE49-F238E27FC236}">
                <a16:creationId xmlns:a16="http://schemas.microsoft.com/office/drawing/2014/main" id="{6ADF6069-88DC-425E-97CD-31A841F580E8}"/>
              </a:ext>
            </a:extLst>
          </p:cNvPr>
          <p:cNvPicPr>
            <a:picLocks noChangeAspect="1"/>
          </p:cNvPicPr>
          <p:nvPr/>
        </p:nvPicPr>
        <p:blipFill>
          <a:blip r:embed="rId3"/>
          <a:srcRect l="39168" t="10036" r="39623" b="54717"/>
          <a:stretch>
            <a:fillRect/>
          </a:stretch>
        </p:blipFill>
        <p:spPr>
          <a:xfrm>
            <a:off x="3929333" y="3825239"/>
            <a:ext cx="882302" cy="798164"/>
          </a:xfrm>
          <a:custGeom>
            <a:avLst/>
            <a:gdLst>
              <a:gd name="connsiteX0" fmla="*/ 500063 w 1847850"/>
              <a:gd name="connsiteY0" fmla="*/ 0 h 1671637"/>
              <a:gd name="connsiteX1" fmla="*/ 1323975 w 1847850"/>
              <a:gd name="connsiteY1" fmla="*/ 9525 h 1671637"/>
              <a:gd name="connsiteX2" fmla="*/ 1443038 w 1847850"/>
              <a:gd name="connsiteY2" fmla="*/ 80962 h 1671637"/>
              <a:gd name="connsiteX3" fmla="*/ 1814513 w 1847850"/>
              <a:gd name="connsiteY3" fmla="*/ 723900 h 1671637"/>
              <a:gd name="connsiteX4" fmla="*/ 1843088 w 1847850"/>
              <a:gd name="connsiteY4" fmla="*/ 776287 h 1671637"/>
              <a:gd name="connsiteX5" fmla="*/ 1847850 w 1847850"/>
              <a:gd name="connsiteY5" fmla="*/ 904875 h 1671637"/>
              <a:gd name="connsiteX6" fmla="*/ 1543050 w 1847850"/>
              <a:gd name="connsiteY6" fmla="*/ 1404937 h 1671637"/>
              <a:gd name="connsiteX7" fmla="*/ 1462088 w 1847850"/>
              <a:gd name="connsiteY7" fmla="*/ 1576387 h 1671637"/>
              <a:gd name="connsiteX8" fmla="*/ 1343025 w 1847850"/>
              <a:gd name="connsiteY8" fmla="*/ 1652587 h 1671637"/>
              <a:gd name="connsiteX9" fmla="*/ 519113 w 1847850"/>
              <a:gd name="connsiteY9" fmla="*/ 1671637 h 1671637"/>
              <a:gd name="connsiteX10" fmla="*/ 390525 w 1847850"/>
              <a:gd name="connsiteY10" fmla="*/ 1595437 h 1671637"/>
              <a:gd name="connsiteX11" fmla="*/ 0 w 1847850"/>
              <a:gd name="connsiteY11" fmla="*/ 904875 h 1671637"/>
              <a:gd name="connsiteX12" fmla="*/ 4763 w 1847850"/>
              <a:gd name="connsiteY12" fmla="*/ 752475 h 1671637"/>
              <a:gd name="connsiteX13" fmla="*/ 385763 w 1847850"/>
              <a:gd name="connsiteY13" fmla="*/ 61912 h 1671637"/>
              <a:gd name="connsiteX14" fmla="*/ 500063 w 1847850"/>
              <a:gd name="connsiteY14" fmla="*/ 0 h 167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7850" h="1671637">
                <a:moveTo>
                  <a:pt x="500063" y="0"/>
                </a:moveTo>
                <a:lnTo>
                  <a:pt x="1323975" y="9525"/>
                </a:lnTo>
                <a:lnTo>
                  <a:pt x="1443038" y="80962"/>
                </a:lnTo>
                <a:lnTo>
                  <a:pt x="1814513" y="723900"/>
                </a:lnTo>
                <a:lnTo>
                  <a:pt x="1843088" y="776287"/>
                </a:lnTo>
                <a:lnTo>
                  <a:pt x="1847850" y="904875"/>
                </a:lnTo>
                <a:lnTo>
                  <a:pt x="1543050" y="1404937"/>
                </a:lnTo>
                <a:lnTo>
                  <a:pt x="1462088" y="1576387"/>
                </a:lnTo>
                <a:lnTo>
                  <a:pt x="1343025" y="1652587"/>
                </a:lnTo>
                <a:lnTo>
                  <a:pt x="519113" y="1671637"/>
                </a:lnTo>
                <a:lnTo>
                  <a:pt x="390525" y="1595437"/>
                </a:lnTo>
                <a:lnTo>
                  <a:pt x="0" y="904875"/>
                </a:lnTo>
                <a:lnTo>
                  <a:pt x="4763" y="752475"/>
                </a:lnTo>
                <a:lnTo>
                  <a:pt x="385763" y="61912"/>
                </a:lnTo>
                <a:lnTo>
                  <a:pt x="500063" y="0"/>
                </a:lnTo>
                <a:close/>
              </a:path>
            </a:pathLst>
          </a:custGeom>
        </p:spPr>
      </p:pic>
      <p:pic>
        <p:nvPicPr>
          <p:cNvPr id="15" name="Picture 14">
            <a:extLst>
              <a:ext uri="{FF2B5EF4-FFF2-40B4-BE49-F238E27FC236}">
                <a16:creationId xmlns:a16="http://schemas.microsoft.com/office/drawing/2014/main" id="{4BDB4985-E948-4076-B77F-10BC3D0629DB}"/>
              </a:ext>
            </a:extLst>
          </p:cNvPr>
          <p:cNvPicPr>
            <a:picLocks noChangeAspect="1"/>
          </p:cNvPicPr>
          <p:nvPr/>
        </p:nvPicPr>
        <p:blipFill>
          <a:blip r:embed="rId3"/>
          <a:srcRect l="39168" t="10036" r="39623" b="54717"/>
          <a:stretch>
            <a:fillRect/>
          </a:stretch>
        </p:blipFill>
        <p:spPr>
          <a:xfrm>
            <a:off x="5904221" y="3778226"/>
            <a:ext cx="882302" cy="798164"/>
          </a:xfrm>
          <a:custGeom>
            <a:avLst/>
            <a:gdLst>
              <a:gd name="connsiteX0" fmla="*/ 500063 w 1847850"/>
              <a:gd name="connsiteY0" fmla="*/ 0 h 1671637"/>
              <a:gd name="connsiteX1" fmla="*/ 1323975 w 1847850"/>
              <a:gd name="connsiteY1" fmla="*/ 9525 h 1671637"/>
              <a:gd name="connsiteX2" fmla="*/ 1443038 w 1847850"/>
              <a:gd name="connsiteY2" fmla="*/ 80962 h 1671637"/>
              <a:gd name="connsiteX3" fmla="*/ 1814513 w 1847850"/>
              <a:gd name="connsiteY3" fmla="*/ 723900 h 1671637"/>
              <a:gd name="connsiteX4" fmla="*/ 1843088 w 1847850"/>
              <a:gd name="connsiteY4" fmla="*/ 776287 h 1671637"/>
              <a:gd name="connsiteX5" fmla="*/ 1847850 w 1847850"/>
              <a:gd name="connsiteY5" fmla="*/ 904875 h 1671637"/>
              <a:gd name="connsiteX6" fmla="*/ 1543050 w 1847850"/>
              <a:gd name="connsiteY6" fmla="*/ 1404937 h 1671637"/>
              <a:gd name="connsiteX7" fmla="*/ 1462088 w 1847850"/>
              <a:gd name="connsiteY7" fmla="*/ 1576387 h 1671637"/>
              <a:gd name="connsiteX8" fmla="*/ 1343025 w 1847850"/>
              <a:gd name="connsiteY8" fmla="*/ 1652587 h 1671637"/>
              <a:gd name="connsiteX9" fmla="*/ 519113 w 1847850"/>
              <a:gd name="connsiteY9" fmla="*/ 1671637 h 1671637"/>
              <a:gd name="connsiteX10" fmla="*/ 390525 w 1847850"/>
              <a:gd name="connsiteY10" fmla="*/ 1595437 h 1671637"/>
              <a:gd name="connsiteX11" fmla="*/ 0 w 1847850"/>
              <a:gd name="connsiteY11" fmla="*/ 904875 h 1671637"/>
              <a:gd name="connsiteX12" fmla="*/ 4763 w 1847850"/>
              <a:gd name="connsiteY12" fmla="*/ 752475 h 1671637"/>
              <a:gd name="connsiteX13" fmla="*/ 385763 w 1847850"/>
              <a:gd name="connsiteY13" fmla="*/ 61912 h 1671637"/>
              <a:gd name="connsiteX14" fmla="*/ 500063 w 1847850"/>
              <a:gd name="connsiteY14" fmla="*/ 0 h 167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7850" h="1671637">
                <a:moveTo>
                  <a:pt x="500063" y="0"/>
                </a:moveTo>
                <a:lnTo>
                  <a:pt x="1323975" y="9525"/>
                </a:lnTo>
                <a:lnTo>
                  <a:pt x="1443038" y="80962"/>
                </a:lnTo>
                <a:lnTo>
                  <a:pt x="1814513" y="723900"/>
                </a:lnTo>
                <a:lnTo>
                  <a:pt x="1843088" y="776287"/>
                </a:lnTo>
                <a:lnTo>
                  <a:pt x="1847850" y="904875"/>
                </a:lnTo>
                <a:lnTo>
                  <a:pt x="1543050" y="1404937"/>
                </a:lnTo>
                <a:lnTo>
                  <a:pt x="1462088" y="1576387"/>
                </a:lnTo>
                <a:lnTo>
                  <a:pt x="1343025" y="1652587"/>
                </a:lnTo>
                <a:lnTo>
                  <a:pt x="519113" y="1671637"/>
                </a:lnTo>
                <a:lnTo>
                  <a:pt x="390525" y="1595437"/>
                </a:lnTo>
                <a:lnTo>
                  <a:pt x="0" y="904875"/>
                </a:lnTo>
                <a:lnTo>
                  <a:pt x="4763" y="752475"/>
                </a:lnTo>
                <a:lnTo>
                  <a:pt x="385763" y="61912"/>
                </a:lnTo>
                <a:lnTo>
                  <a:pt x="500063" y="0"/>
                </a:lnTo>
                <a:close/>
              </a:path>
            </a:pathLst>
          </a:custGeom>
        </p:spPr>
      </p:pic>
      <p:pic>
        <p:nvPicPr>
          <p:cNvPr id="16" name="Picture 15">
            <a:extLst>
              <a:ext uri="{FF2B5EF4-FFF2-40B4-BE49-F238E27FC236}">
                <a16:creationId xmlns:a16="http://schemas.microsoft.com/office/drawing/2014/main" id="{21CB5774-9241-4749-A170-87EEB4A44F62}"/>
              </a:ext>
            </a:extLst>
          </p:cNvPr>
          <p:cNvPicPr>
            <a:picLocks noChangeAspect="1"/>
          </p:cNvPicPr>
          <p:nvPr/>
        </p:nvPicPr>
        <p:blipFill>
          <a:blip r:embed="rId3"/>
          <a:srcRect l="39168" t="10036" r="39623" b="54717"/>
          <a:stretch>
            <a:fillRect/>
          </a:stretch>
        </p:blipFill>
        <p:spPr>
          <a:xfrm>
            <a:off x="8141991" y="3825239"/>
            <a:ext cx="882302" cy="798164"/>
          </a:xfrm>
          <a:custGeom>
            <a:avLst/>
            <a:gdLst>
              <a:gd name="connsiteX0" fmla="*/ 500063 w 1847850"/>
              <a:gd name="connsiteY0" fmla="*/ 0 h 1671637"/>
              <a:gd name="connsiteX1" fmla="*/ 1323975 w 1847850"/>
              <a:gd name="connsiteY1" fmla="*/ 9525 h 1671637"/>
              <a:gd name="connsiteX2" fmla="*/ 1443038 w 1847850"/>
              <a:gd name="connsiteY2" fmla="*/ 80962 h 1671637"/>
              <a:gd name="connsiteX3" fmla="*/ 1814513 w 1847850"/>
              <a:gd name="connsiteY3" fmla="*/ 723900 h 1671637"/>
              <a:gd name="connsiteX4" fmla="*/ 1843088 w 1847850"/>
              <a:gd name="connsiteY4" fmla="*/ 776287 h 1671637"/>
              <a:gd name="connsiteX5" fmla="*/ 1847850 w 1847850"/>
              <a:gd name="connsiteY5" fmla="*/ 904875 h 1671637"/>
              <a:gd name="connsiteX6" fmla="*/ 1543050 w 1847850"/>
              <a:gd name="connsiteY6" fmla="*/ 1404937 h 1671637"/>
              <a:gd name="connsiteX7" fmla="*/ 1462088 w 1847850"/>
              <a:gd name="connsiteY7" fmla="*/ 1576387 h 1671637"/>
              <a:gd name="connsiteX8" fmla="*/ 1343025 w 1847850"/>
              <a:gd name="connsiteY8" fmla="*/ 1652587 h 1671637"/>
              <a:gd name="connsiteX9" fmla="*/ 519113 w 1847850"/>
              <a:gd name="connsiteY9" fmla="*/ 1671637 h 1671637"/>
              <a:gd name="connsiteX10" fmla="*/ 390525 w 1847850"/>
              <a:gd name="connsiteY10" fmla="*/ 1595437 h 1671637"/>
              <a:gd name="connsiteX11" fmla="*/ 0 w 1847850"/>
              <a:gd name="connsiteY11" fmla="*/ 904875 h 1671637"/>
              <a:gd name="connsiteX12" fmla="*/ 4763 w 1847850"/>
              <a:gd name="connsiteY12" fmla="*/ 752475 h 1671637"/>
              <a:gd name="connsiteX13" fmla="*/ 385763 w 1847850"/>
              <a:gd name="connsiteY13" fmla="*/ 61912 h 1671637"/>
              <a:gd name="connsiteX14" fmla="*/ 500063 w 1847850"/>
              <a:gd name="connsiteY14" fmla="*/ 0 h 167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7850" h="1671637">
                <a:moveTo>
                  <a:pt x="500063" y="0"/>
                </a:moveTo>
                <a:lnTo>
                  <a:pt x="1323975" y="9525"/>
                </a:lnTo>
                <a:lnTo>
                  <a:pt x="1443038" y="80962"/>
                </a:lnTo>
                <a:lnTo>
                  <a:pt x="1814513" y="723900"/>
                </a:lnTo>
                <a:lnTo>
                  <a:pt x="1843088" y="776287"/>
                </a:lnTo>
                <a:lnTo>
                  <a:pt x="1847850" y="904875"/>
                </a:lnTo>
                <a:lnTo>
                  <a:pt x="1543050" y="1404937"/>
                </a:lnTo>
                <a:lnTo>
                  <a:pt x="1462088" y="1576387"/>
                </a:lnTo>
                <a:lnTo>
                  <a:pt x="1343025" y="1652587"/>
                </a:lnTo>
                <a:lnTo>
                  <a:pt x="519113" y="1671637"/>
                </a:lnTo>
                <a:lnTo>
                  <a:pt x="390525" y="1595437"/>
                </a:lnTo>
                <a:lnTo>
                  <a:pt x="0" y="904875"/>
                </a:lnTo>
                <a:lnTo>
                  <a:pt x="4763" y="752475"/>
                </a:lnTo>
                <a:lnTo>
                  <a:pt x="385763" y="61912"/>
                </a:lnTo>
                <a:lnTo>
                  <a:pt x="500063" y="0"/>
                </a:lnTo>
                <a:close/>
              </a:path>
            </a:pathLst>
          </a:custGeom>
        </p:spPr>
      </p:pic>
      <p:sp>
        <p:nvSpPr>
          <p:cNvPr id="8" name="TextBox 7">
            <a:extLst>
              <a:ext uri="{FF2B5EF4-FFF2-40B4-BE49-F238E27FC236}">
                <a16:creationId xmlns:a16="http://schemas.microsoft.com/office/drawing/2014/main" id="{78B4CB63-F09C-4F2E-BF73-8199E9379F1C}"/>
              </a:ext>
            </a:extLst>
          </p:cNvPr>
          <p:cNvSpPr txBox="1"/>
          <p:nvPr/>
        </p:nvSpPr>
        <p:spPr>
          <a:xfrm>
            <a:off x="1703080" y="4993764"/>
            <a:ext cx="1385031" cy="307777"/>
          </a:xfrm>
          <a:prstGeom prst="rect">
            <a:avLst/>
          </a:prstGeom>
          <a:noFill/>
        </p:spPr>
        <p:txBody>
          <a:bodyPr wrap="square" rtlCol="0">
            <a:spAutoFit/>
          </a:bodyPr>
          <a:lstStyle/>
          <a:p>
            <a:r>
              <a:rPr lang="en-US">
                <a:solidFill>
                  <a:schemeClr val="tx1"/>
                </a:solidFill>
              </a:rPr>
              <a:t>Starter project</a:t>
            </a:r>
          </a:p>
        </p:txBody>
      </p:sp>
      <p:sp>
        <p:nvSpPr>
          <p:cNvPr id="20" name="TextBox 19">
            <a:extLst>
              <a:ext uri="{FF2B5EF4-FFF2-40B4-BE49-F238E27FC236}">
                <a16:creationId xmlns:a16="http://schemas.microsoft.com/office/drawing/2014/main" id="{9B831C00-B1AB-42EB-B640-39980C6A8167}"/>
              </a:ext>
            </a:extLst>
          </p:cNvPr>
          <p:cNvSpPr txBox="1"/>
          <p:nvPr/>
        </p:nvSpPr>
        <p:spPr>
          <a:xfrm>
            <a:off x="3574177" y="4993762"/>
            <a:ext cx="1675504" cy="307777"/>
          </a:xfrm>
          <a:prstGeom prst="rect">
            <a:avLst/>
          </a:prstGeom>
          <a:noFill/>
        </p:spPr>
        <p:txBody>
          <a:bodyPr wrap="square" rtlCol="0">
            <a:spAutoFit/>
          </a:bodyPr>
          <a:lstStyle/>
          <a:p>
            <a:r>
              <a:rPr lang="en-US">
                <a:solidFill>
                  <a:schemeClr val="tx1"/>
                </a:solidFill>
              </a:rPr>
              <a:t>Auto Configuration</a:t>
            </a:r>
          </a:p>
        </p:txBody>
      </p:sp>
      <p:sp>
        <p:nvSpPr>
          <p:cNvPr id="21" name="TextBox 20">
            <a:extLst>
              <a:ext uri="{FF2B5EF4-FFF2-40B4-BE49-F238E27FC236}">
                <a16:creationId xmlns:a16="http://schemas.microsoft.com/office/drawing/2014/main" id="{2843DF16-87B4-4170-BC7C-501287E4356F}"/>
              </a:ext>
            </a:extLst>
          </p:cNvPr>
          <p:cNvSpPr txBox="1"/>
          <p:nvPr/>
        </p:nvSpPr>
        <p:spPr>
          <a:xfrm>
            <a:off x="5904221" y="4968478"/>
            <a:ext cx="1675504" cy="307777"/>
          </a:xfrm>
          <a:prstGeom prst="rect">
            <a:avLst/>
          </a:prstGeom>
          <a:noFill/>
        </p:spPr>
        <p:txBody>
          <a:bodyPr wrap="square" rtlCol="0">
            <a:spAutoFit/>
          </a:bodyPr>
          <a:lstStyle/>
          <a:p>
            <a:r>
              <a:rPr lang="en-US">
                <a:solidFill>
                  <a:schemeClr val="tx1"/>
                </a:solidFill>
              </a:rPr>
              <a:t>CLI</a:t>
            </a:r>
          </a:p>
        </p:txBody>
      </p:sp>
      <p:sp>
        <p:nvSpPr>
          <p:cNvPr id="22" name="TextBox 21">
            <a:extLst>
              <a:ext uri="{FF2B5EF4-FFF2-40B4-BE49-F238E27FC236}">
                <a16:creationId xmlns:a16="http://schemas.microsoft.com/office/drawing/2014/main" id="{B55D5A7E-F114-47B0-9872-E7BF5FEBDA0D}"/>
              </a:ext>
            </a:extLst>
          </p:cNvPr>
          <p:cNvSpPr txBox="1"/>
          <p:nvPr/>
        </p:nvSpPr>
        <p:spPr>
          <a:xfrm>
            <a:off x="8065791" y="4993762"/>
            <a:ext cx="1385031" cy="307777"/>
          </a:xfrm>
          <a:prstGeom prst="rect">
            <a:avLst/>
          </a:prstGeom>
          <a:noFill/>
        </p:spPr>
        <p:txBody>
          <a:bodyPr wrap="square" rtlCol="0">
            <a:spAutoFit/>
          </a:bodyPr>
          <a:lstStyle/>
          <a:p>
            <a:r>
              <a:rPr lang="en-US">
                <a:solidFill>
                  <a:schemeClr val="tx1"/>
                </a:solidFill>
              </a:rPr>
              <a:t>Actuator</a:t>
            </a:r>
          </a:p>
        </p:txBody>
      </p:sp>
    </p:spTree>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1346130" y="522720"/>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b="0" i="0" u="none" strike="noStrike" cap="none">
                <a:solidFill>
                  <a:srgbClr val="EDEDED"/>
                </a:solidFill>
                <a:latin typeface="Calibri"/>
                <a:ea typeface="Calibri"/>
                <a:cs typeface="Calibri"/>
                <a:sym typeface="Calibri"/>
              </a:rPr>
              <a:t>Goals</a:t>
            </a:r>
          </a:p>
        </p:txBody>
      </p:sp>
      <p:sp>
        <p:nvSpPr>
          <p:cNvPr id="171" name="Shape 171"/>
          <p:cNvSpPr txBox="1">
            <a:spLocks noGrp="1"/>
          </p:cNvSpPr>
          <p:nvPr>
            <p:ph idx="1"/>
          </p:nvPr>
        </p:nvSpPr>
        <p:spPr>
          <a:xfrm>
            <a:off x="1373426" y="1741981"/>
            <a:ext cx="9905999" cy="3541714"/>
          </a:xfrm>
          <a:prstGeom prst="rect">
            <a:avLst/>
          </a:prstGeom>
          <a:noFill/>
          <a:ln>
            <a:noFill/>
          </a:ln>
        </p:spPr>
        <p:txBody>
          <a:bodyPr lIns="91425" tIns="45700" rIns="91425" bIns="45700" anchor="t" anchorCtr="0">
            <a:noAutofit/>
          </a:bodyPr>
          <a:lstStyle/>
          <a:p>
            <a:pPr>
              <a:lnSpc>
                <a:spcPct val="70000"/>
              </a:lnSpc>
              <a:spcBef>
                <a:spcPts val="0"/>
              </a:spcBef>
              <a:buClr>
                <a:srgbClr val="FFFF00"/>
              </a:buClr>
              <a:buSzPct val="100000"/>
              <a:buFont typeface="Arial"/>
              <a:buChar char="•"/>
            </a:pPr>
            <a:r>
              <a:rPr lang="en-US" sz="3300" b="1">
                <a:solidFill>
                  <a:srgbClr val="FFFF00"/>
                </a:solidFill>
                <a:latin typeface="Calibri"/>
                <a:cs typeface="Calibri"/>
                <a:sym typeface="Calibri"/>
              </a:rPr>
              <a:t>Cung cấp công cụ getting started nhanh với spring.</a:t>
            </a:r>
          </a:p>
          <a:p>
            <a:pPr>
              <a:lnSpc>
                <a:spcPct val="70000"/>
              </a:lnSpc>
              <a:spcBef>
                <a:spcPts val="0"/>
              </a:spcBef>
              <a:buClr>
                <a:srgbClr val="FFFF00"/>
              </a:buClr>
              <a:buSzPct val="100000"/>
              <a:buFont typeface="Arial"/>
              <a:buChar char="•"/>
            </a:pPr>
            <a:endParaRPr sz="30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vi-VN" sz="2800" b="0" i="0" u="none" strike="noStrike" cap="none">
                <a:solidFill>
                  <a:srgbClr val="EDEDED"/>
                </a:solidFill>
                <a:latin typeface="Calibri"/>
                <a:ea typeface="Calibri"/>
                <a:cs typeface="Calibri"/>
                <a:sym typeface="Calibri"/>
              </a:rPr>
              <a:t>Mọi thứ được cấu hình một cách tự động.</a:t>
            </a:r>
          </a:p>
          <a:p>
            <a:pPr marL="0" marR="0" lvl="0" indent="0" algn="l" rtl="0">
              <a:lnSpc>
                <a:spcPct val="70000"/>
              </a:lnSpc>
              <a:spcBef>
                <a:spcPts val="1000"/>
              </a:spcBef>
              <a:spcAft>
                <a:spcPts val="0"/>
              </a:spcAft>
              <a:buClr>
                <a:srgbClr val="EDEDED"/>
              </a:buClr>
              <a:buSzPct val="25000"/>
              <a:buFont typeface="Arial"/>
              <a:buNone/>
            </a:pPr>
            <a:endParaRPr sz="28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2800" b="0" i="0" u="none" strike="noStrike" cap="none">
                <a:solidFill>
                  <a:srgbClr val="EDEDED"/>
                </a:solidFill>
                <a:latin typeface="Calibri"/>
                <a:ea typeface="Calibri"/>
                <a:cs typeface="Calibri"/>
                <a:sym typeface="Calibri"/>
              </a:rPr>
              <a:t>Cung cấp một loạt các tính năng phi chức năng phổ biến cho các loại dự án lớn(e.g. embedded servers, security, metrics, health checks, externalized configuration)</a:t>
            </a:r>
          </a:p>
          <a:p>
            <a:pPr marL="228600" marR="0" lvl="0" indent="-228600" algn="l" rtl="0">
              <a:lnSpc>
                <a:spcPct val="70000"/>
              </a:lnSpc>
              <a:spcBef>
                <a:spcPts val="1000"/>
              </a:spcBef>
              <a:spcAft>
                <a:spcPts val="0"/>
              </a:spcAft>
              <a:buClr>
                <a:srgbClr val="EDEDED"/>
              </a:buClr>
              <a:buSzPct val="100000"/>
              <a:buFont typeface="Arial"/>
              <a:buNone/>
            </a:pPr>
            <a:endParaRPr sz="28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2800" b="0" i="0" u="none" strike="noStrike" cap="none">
                <a:solidFill>
                  <a:srgbClr val="EDEDED"/>
                </a:solidFill>
                <a:latin typeface="Calibri"/>
                <a:ea typeface="Calibri"/>
                <a:cs typeface="Calibri"/>
                <a:sym typeface="Calibri"/>
              </a:rPr>
              <a:t>Tránh cấu hình XML một cách phức tạp.</a:t>
            </a:r>
            <a:endParaRPr sz="196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Shape 177"/>
          <p:cNvSpPr txBox="1">
            <a:spLocks noGrp="1"/>
          </p:cNvSpPr>
          <p:nvPr>
            <p:ph idx="1"/>
          </p:nvPr>
        </p:nvSpPr>
        <p:spPr>
          <a:xfrm>
            <a:off x="1027252" y="834957"/>
            <a:ext cx="10761375" cy="6267986"/>
          </a:xfrm>
          <a:prstGeom prst="rect">
            <a:avLst/>
          </a:prstGeom>
          <a:noFill/>
          <a:ln>
            <a:noFill/>
          </a:ln>
        </p:spPr>
        <p:txBody>
          <a:bodyPr lIns="91425" tIns="45700" rIns="91425" bIns="45700" anchor="t" anchorCtr="0">
            <a:noAutofit/>
          </a:bodyPr>
          <a:lstStyle/>
          <a:p>
            <a:pPr marL="63500" marR="0" lvl="0" indent="0" algn="l" rtl="0">
              <a:lnSpc>
                <a:spcPct val="80000"/>
              </a:lnSpc>
              <a:spcBef>
                <a:spcPts val="0"/>
              </a:spcBef>
              <a:spcAft>
                <a:spcPts val="0"/>
              </a:spcAft>
              <a:buClr>
                <a:srgbClr val="EDEDED"/>
              </a:buClr>
              <a:buSzPct val="100000"/>
              <a:buNone/>
            </a:pPr>
            <a:endParaRPr sz="5000" b="0" i="0" u="none" strike="noStrike" cap="none">
              <a:solidFill>
                <a:srgbClr val="EDEDED"/>
              </a:solidFill>
              <a:latin typeface="Calibri"/>
              <a:ea typeface="Calibri"/>
              <a:cs typeface="Calibri"/>
              <a:sym typeface="Calibri"/>
            </a:endParaRPr>
          </a:p>
          <a:p>
            <a:pPr marL="457200" marR="0" lvl="0" indent="-393700" algn="l" rtl="0">
              <a:lnSpc>
                <a:spcPct val="80000"/>
              </a:lnSpc>
              <a:spcBef>
                <a:spcPts val="0"/>
              </a:spcBef>
              <a:spcAft>
                <a:spcPts val="0"/>
              </a:spcAft>
              <a:buClr>
                <a:srgbClr val="EDEDED"/>
              </a:buClr>
              <a:buSzPct val="100000"/>
              <a:buFont typeface="Arial"/>
              <a:buChar char="•"/>
            </a:pPr>
            <a:r>
              <a:rPr lang="en-US" sz="5500" i="0" u="none" strike="noStrike" cap="none">
                <a:solidFill>
                  <a:srgbClr val="EDEDED"/>
                </a:solidFill>
                <a:latin typeface="Calibri"/>
                <a:ea typeface="Calibri"/>
                <a:cs typeface="Calibri"/>
                <a:sym typeface="Calibri"/>
              </a:rPr>
              <a:t>Modules</a:t>
            </a:r>
          </a:p>
          <a:p>
            <a:pPr marL="1371600" marR="0" lvl="1" indent="-393700" algn="l" rtl="0">
              <a:lnSpc>
                <a:spcPct val="90000"/>
              </a:lnSpc>
              <a:spcBef>
                <a:spcPts val="0"/>
              </a:spcBef>
              <a:spcAft>
                <a:spcPts val="0"/>
              </a:spcAft>
              <a:buClr>
                <a:srgbClr val="EDEDED"/>
              </a:buClr>
              <a:buSzPct val="89285"/>
              <a:buFont typeface="Arial"/>
              <a:buChar char="•"/>
            </a:pPr>
            <a:r>
              <a:rPr lang="en-US" sz="5500" i="0" u="none" strike="noStrike" cap="none">
                <a:solidFill>
                  <a:srgbClr val="EDEDED"/>
                </a:solidFill>
                <a:latin typeface="Calibri"/>
                <a:ea typeface="Calibri"/>
                <a:cs typeface="Calibri"/>
                <a:sym typeface="Calibri"/>
              </a:rPr>
              <a:t>Spring Boot Starters </a:t>
            </a:r>
          </a:p>
          <a:p>
            <a:pPr marL="1371600" marR="0" lvl="1" indent="-393700" algn="l" rtl="0">
              <a:lnSpc>
                <a:spcPct val="90000"/>
              </a:lnSpc>
              <a:spcBef>
                <a:spcPts val="0"/>
              </a:spcBef>
              <a:spcAft>
                <a:spcPts val="0"/>
              </a:spcAft>
              <a:buClr>
                <a:srgbClr val="EDEDED"/>
              </a:buClr>
              <a:buSzPct val="89285"/>
              <a:buFont typeface="Arial"/>
              <a:buChar char="•"/>
            </a:pPr>
            <a:r>
              <a:rPr lang="en-US" sz="5500" i="0" u="none" strike="noStrike" cap="none">
                <a:solidFill>
                  <a:srgbClr val="EDEDED"/>
                </a:solidFill>
                <a:latin typeface="Calibri"/>
                <a:ea typeface="Calibri"/>
                <a:cs typeface="Calibri"/>
                <a:sym typeface="Calibri"/>
              </a:rPr>
              <a:t>Spring Boot CLI</a:t>
            </a:r>
          </a:p>
        </p:txBody>
      </p:sp>
    </p:spTree>
    <p:extLst>
      <p:ext uri="{BB962C8B-B14F-4D97-AF65-F5344CB8AC3E}">
        <p14:creationId xmlns:p14="http://schemas.microsoft.com/office/powerpoint/2010/main" val="1368100969"/>
      </p:ext>
    </p:extLst>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Shape 183"/>
          <p:cNvSpPr txBox="1">
            <a:spLocks noGrp="1"/>
          </p:cNvSpPr>
          <p:nvPr>
            <p:ph type="title"/>
          </p:nvPr>
        </p:nvSpPr>
        <p:spPr>
          <a:xfrm>
            <a:off x="1305187" y="770917"/>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a:ea typeface="Calibri"/>
                <a:cs typeface="Calibri"/>
                <a:sym typeface="Calibri"/>
              </a:rPr>
              <a:t>Spring Boot Starters module</a:t>
            </a:r>
          </a:p>
        </p:txBody>
      </p:sp>
      <p:sp>
        <p:nvSpPr>
          <p:cNvPr id="184" name="Shape 184"/>
          <p:cNvSpPr txBox="1">
            <a:spLocks noGrp="1"/>
          </p:cNvSpPr>
          <p:nvPr>
            <p:ph idx="1"/>
          </p:nvPr>
        </p:nvSpPr>
        <p:spPr>
          <a:xfrm>
            <a:off x="1277891" y="2249487"/>
            <a:ext cx="9905999" cy="3541714"/>
          </a:xfrm>
          <a:prstGeom prst="rect">
            <a:avLst/>
          </a:prstGeom>
          <a:noFill/>
          <a:ln>
            <a:noFill/>
          </a:ln>
        </p:spPr>
        <p:txBody>
          <a:bodyPr lIns="91425" tIns="45700" rIns="91425" bIns="45700" anchor="t" anchorCtr="0">
            <a:noAutofit/>
          </a:bodyPr>
          <a:lstStyle/>
          <a:p>
            <a:pPr marL="457200" marR="0" lvl="0" indent="-393700" algn="l" rtl="0">
              <a:lnSpc>
                <a:spcPct val="80000"/>
              </a:lnSpc>
              <a:spcBef>
                <a:spcPts val="0"/>
              </a:spcBef>
              <a:spcAft>
                <a:spcPts val="0"/>
              </a:spcAft>
              <a:buClr>
                <a:srgbClr val="EDEDED"/>
              </a:buClr>
              <a:buSzPct val="100000"/>
              <a:buNone/>
            </a:pPr>
            <a:endParaRPr lang="en-US" sz="4000"/>
          </a:p>
          <a:p>
            <a:pPr marL="457200" marR="0" lvl="0" indent="-393700" algn="l" rtl="0">
              <a:lnSpc>
                <a:spcPct val="80000"/>
              </a:lnSpc>
              <a:spcBef>
                <a:spcPts val="0"/>
              </a:spcBef>
              <a:spcAft>
                <a:spcPts val="0"/>
              </a:spcAft>
              <a:buClr>
                <a:srgbClr val="EDEDED"/>
              </a:buClr>
              <a:buSzPct val="100000"/>
              <a:buFont typeface="Arial"/>
              <a:buChar char="•"/>
            </a:pPr>
            <a:r>
              <a:rPr lang="en-US" sz="4800">
                <a:solidFill>
                  <a:srgbClr val="EDEDED"/>
                </a:solidFill>
                <a:latin typeface="Calibri"/>
                <a:ea typeface="Calibri"/>
                <a:cs typeface="Calibri"/>
                <a:sym typeface="Calibri"/>
              </a:rPr>
              <a:t>M</a:t>
            </a:r>
            <a:r>
              <a:rPr lang="vi-VN" sz="4800" i="0" u="none" strike="noStrike" cap="none">
                <a:solidFill>
                  <a:srgbClr val="EDEDED"/>
                </a:solidFill>
                <a:latin typeface="Calibri"/>
                <a:ea typeface="Calibri"/>
                <a:cs typeface="Calibri"/>
                <a:sym typeface="Calibri"/>
              </a:rPr>
              <a:t>ột bộ </a:t>
            </a:r>
            <a:r>
              <a:rPr lang="en-US" sz="4800" i="0" u="none" strike="noStrike" cap="none">
                <a:solidFill>
                  <a:srgbClr val="EDEDED"/>
                </a:solidFill>
                <a:latin typeface="Calibri"/>
                <a:ea typeface="Calibri"/>
                <a:cs typeface="Calibri"/>
                <a:sym typeface="Calibri"/>
              </a:rPr>
              <a:t>dependency</a:t>
            </a:r>
            <a:r>
              <a:rPr lang="vi-VN" sz="4800" i="0" u="none" strike="noStrike" cap="none">
                <a:solidFill>
                  <a:srgbClr val="EDEDED"/>
                </a:solidFill>
                <a:latin typeface="Calibri"/>
                <a:ea typeface="Calibri"/>
                <a:cs typeface="Calibri"/>
                <a:sym typeface="Calibri"/>
              </a:rPr>
              <a:t> mà bạn có thể đưa vào ứng dụng của mình</a:t>
            </a:r>
            <a:r>
              <a:rPr lang="en-US" sz="4800" i="0" u="none" strike="noStrike" cap="none">
                <a:solidFill>
                  <a:srgbClr val="EDEDED"/>
                </a:solidFill>
                <a:latin typeface="Calibri"/>
                <a:ea typeface="Calibri"/>
                <a:cs typeface="Calibri"/>
                <a:sym typeface="Calibri"/>
              </a:rPr>
              <a:t>.</a:t>
            </a:r>
          </a:p>
          <a:p>
            <a:pPr marL="457200" indent="-393700">
              <a:lnSpc>
                <a:spcPct val="80000"/>
              </a:lnSpc>
              <a:spcBef>
                <a:spcPts val="0"/>
              </a:spcBef>
              <a:buClr>
                <a:srgbClr val="EDEDED"/>
              </a:buClr>
              <a:buSzPct val="100000"/>
              <a:buFont typeface="Arial"/>
              <a:buChar char="•"/>
            </a:pPr>
            <a:r>
              <a:rPr lang="en-US" sz="4800">
                <a:solidFill>
                  <a:srgbClr val="EDEDED"/>
                </a:solidFill>
                <a:latin typeface="Calibri"/>
                <a:cs typeface="Calibri"/>
                <a:sym typeface="Calibri"/>
              </a:rPr>
              <a:t>pattern “spring-boot-starter-*”</a:t>
            </a:r>
          </a:p>
          <a:p>
            <a:pPr marL="457200" marR="0" lvl="0" indent="-393700" algn="l" rtl="0">
              <a:lnSpc>
                <a:spcPct val="80000"/>
              </a:lnSpc>
              <a:spcBef>
                <a:spcPts val="0"/>
              </a:spcBef>
              <a:spcAft>
                <a:spcPts val="0"/>
              </a:spcAft>
              <a:buClr>
                <a:srgbClr val="EDEDED"/>
              </a:buClr>
              <a:buSzPct val="100000"/>
              <a:buFont typeface="Arial"/>
              <a:buChar char="•"/>
            </a:pPr>
            <a:endParaRPr sz="196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Shape 189"/>
          <p:cNvSpPr txBox="1">
            <a:spLocks noGrp="1"/>
          </p:cNvSpPr>
          <p:nvPr>
            <p:ph idx="1"/>
          </p:nvPr>
        </p:nvSpPr>
        <p:spPr>
          <a:xfrm>
            <a:off x="1479144" y="0"/>
            <a:ext cx="12192000" cy="7250100"/>
          </a:xfrm>
          <a:prstGeom prst="rect">
            <a:avLst/>
          </a:prstGeom>
          <a:noFill/>
          <a:ln>
            <a:noFill/>
          </a:ln>
        </p:spPr>
        <p:txBody>
          <a:bodyPr lIns="91425" tIns="91425" rIns="91425" bIns="91425" anchor="t" anchorCtr="0">
            <a:noAutofit/>
          </a:bodyPr>
          <a:lstStyle/>
          <a:p>
            <a:pPr marL="635000" indent="-457200">
              <a:buSzPct val="100000"/>
            </a:pPr>
            <a:r>
              <a:rPr lang="en-US" sz="3300">
                <a:latin typeface="Calibri" pitchFamily="34" charset="0"/>
              </a:rPr>
              <a:t>spring-boot-starter-web POM sample:</a:t>
            </a:r>
          </a:p>
          <a:p>
            <a:pPr marL="349250" indent="-171450">
              <a:buSzPct val="25000"/>
            </a:pPr>
            <a:endParaRPr lang="en-US" sz="1000" b="0" i="0" u="none" strike="noStrike" cap="none">
              <a:solidFill>
                <a:srgbClr val="EDEDED"/>
              </a:solidFill>
              <a:latin typeface="Calibri"/>
              <a:ea typeface="Calibri"/>
              <a:cs typeface="Calibri"/>
              <a:sym typeface="Calibri"/>
            </a:endParaRPr>
          </a:p>
        </p:txBody>
      </p:sp>
      <p:sp>
        <p:nvSpPr>
          <p:cNvPr id="2" name="Rectangle 1"/>
          <p:cNvSpPr>
            <a:spLocks noChangeArrowheads="1"/>
          </p:cNvSpPr>
          <p:nvPr/>
        </p:nvSpPr>
        <p:spPr bwMode="auto">
          <a:xfrm>
            <a:off x="1130808" y="962782"/>
            <a:ext cx="9930384" cy="5324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xml version</a:t>
            </a:r>
            <a:r>
              <a:rPr kumimoji="0" lang="en-US" altLang="en-US" sz="2000" b="1" i="0" u="none" strike="noStrike" cap="none" normalizeH="0" baseline="0">
                <a:ln>
                  <a:noFill/>
                </a:ln>
                <a:solidFill>
                  <a:srgbClr val="008000"/>
                </a:solidFill>
                <a:effectLst/>
                <a:latin typeface="Courier New" panose="02070309020205020404" pitchFamily="49" charset="0"/>
                <a:cs typeface="Courier New" panose="02070309020205020404" pitchFamily="49" charset="0"/>
              </a:rPr>
              <a:t>="1.0" </a:t>
            </a:r>
            <a:r>
              <a:rPr kumimoji="0" lang="en-US" altLang="en-US" sz="2000" b="1"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encoding</a:t>
            </a:r>
            <a:r>
              <a:rPr kumimoji="0" lang="en-US" altLang="en-US" sz="2000" b="1" i="0" u="none" strike="noStrike" cap="none" normalizeH="0" baseline="0">
                <a:ln>
                  <a:noFill/>
                </a:ln>
                <a:solidFill>
                  <a:srgbClr val="008000"/>
                </a:solidFill>
                <a:effectLst/>
                <a:latin typeface="Courier New" panose="02070309020205020404" pitchFamily="49" charset="0"/>
                <a:cs typeface="Courier New" panose="02070309020205020404" pitchFamily="49" charset="0"/>
              </a:rPr>
              <a:t>="UTF-8"</a:t>
            </a:r>
            <a:r>
              <a:rPr kumimoji="0" lang="en-US" altLang="en-US" sz="2000" b="0" i="1"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1"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project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&gt;spring-boot-starter-web&lt;/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name</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&gt;Spring Boot Web Starter&lt;/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name</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description</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&gt;Spring Boot Web Starter&lt;/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description</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dependencies</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dependency</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groupId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err="1">
                <a:ln>
                  <a:noFill/>
                </a:ln>
                <a:solidFill>
                  <a:srgbClr val="000000"/>
                </a:solidFill>
                <a:effectLst/>
                <a:latin typeface="Courier New" panose="02070309020205020404" pitchFamily="49" charset="0"/>
                <a:cs typeface="Courier New" panose="02070309020205020404" pitchFamily="49" charset="0"/>
              </a:rPr>
              <a:t>org.springframework.boot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groupId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&gt;spring-boot-starter-tomcat&lt;/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dependency</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dependency</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groupId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err="1">
                <a:ln>
                  <a:noFill/>
                </a:ln>
                <a:solidFill>
                  <a:srgbClr val="000000"/>
                </a:solidFill>
                <a:effectLst/>
                <a:latin typeface="Courier New" panose="02070309020205020404" pitchFamily="49" charset="0"/>
                <a:cs typeface="Courier New" panose="02070309020205020404" pitchFamily="49" charset="0"/>
              </a:rPr>
              <a:t>org.springframework</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groupId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&gt;spring-</a:t>
            </a:r>
            <a:r>
              <a:rPr kumimoji="0" lang="en-US" altLang="en-US" sz="2000" b="0" i="0" u="none" strike="noStrike" cap="none" normalizeH="0" baseline="0" err="1">
                <a:ln>
                  <a:noFill/>
                </a:ln>
                <a:solidFill>
                  <a:srgbClr val="000000"/>
                </a:solidFill>
                <a:effectLst/>
                <a:latin typeface="Courier New" panose="02070309020205020404" pitchFamily="49" charset="0"/>
                <a:cs typeface="Courier New" panose="02070309020205020404" pitchFamily="49" charset="0"/>
              </a:rPr>
              <a:t>webmvc</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err="1">
                <a:ln>
                  <a:noFill/>
                </a:ln>
                <a:solidFill>
                  <a:srgbClr val="000080"/>
                </a:solidFill>
                <a:effectLst/>
                <a:latin typeface="Courier New" panose="02070309020205020404" pitchFamily="49" charset="0"/>
                <a:cs typeface="Courier New" panose="02070309020205020404" pitchFamily="49" charset="0"/>
              </a:rPr>
              <a:t>artifactId</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dependency</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dependencies</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&lt;/</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project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&gt;</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532446" y="0"/>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a:ea typeface="Calibri"/>
                <a:cs typeface="Calibri"/>
                <a:sym typeface="Calibri"/>
              </a:rPr>
              <a:t>Spring Boot CLI module</a:t>
            </a:r>
          </a:p>
        </p:txBody>
      </p:sp>
      <p:sp>
        <p:nvSpPr>
          <p:cNvPr id="196" name="Shape 196"/>
          <p:cNvSpPr txBox="1">
            <a:spLocks noGrp="1"/>
          </p:cNvSpPr>
          <p:nvPr>
            <p:ph idx="1"/>
          </p:nvPr>
        </p:nvSpPr>
        <p:spPr>
          <a:xfrm>
            <a:off x="1173356" y="1327623"/>
            <a:ext cx="10624178" cy="4202754"/>
          </a:xfrm>
          <a:prstGeom prst="rect">
            <a:avLst/>
          </a:prstGeom>
          <a:noFill/>
          <a:ln>
            <a:noFill/>
          </a:ln>
        </p:spPr>
        <p:txBody>
          <a:bodyPr lIns="91425" tIns="45700" rIns="91425" bIns="45700" anchor="t" anchorCtr="0">
            <a:noAutofit/>
          </a:bodyPr>
          <a:lstStyle/>
          <a:p>
            <a:pPr marL="457200" marR="0" lvl="0" indent="-393700" algn="l" rtl="0">
              <a:lnSpc>
                <a:spcPct val="80000"/>
              </a:lnSpc>
              <a:spcBef>
                <a:spcPts val="0"/>
              </a:spcBef>
              <a:spcAft>
                <a:spcPts val="0"/>
              </a:spcAft>
              <a:buClr>
                <a:srgbClr val="EDEDED"/>
              </a:buClr>
              <a:buSzPct val="100000"/>
              <a:buFont typeface="Arial"/>
              <a:buChar char="•"/>
            </a:pPr>
            <a:r>
              <a:rPr lang="en-US" sz="3000" i="0" u="none" strike="noStrike" cap="none">
                <a:solidFill>
                  <a:srgbClr val="EDEDED"/>
                </a:solidFill>
                <a:latin typeface="Calibri"/>
                <a:ea typeface="Calibri"/>
                <a:cs typeface="Calibri"/>
                <a:sym typeface="Calibri"/>
              </a:rPr>
              <a:t>command line tool that compiles and runs Groovy source as Spring application</a:t>
            </a:r>
          </a:p>
          <a:p>
            <a:pPr marL="457200" marR="0" lvl="0" indent="-393700" algn="l" rtl="0">
              <a:lnSpc>
                <a:spcPct val="80000"/>
              </a:lnSpc>
              <a:spcBef>
                <a:spcPts val="0"/>
              </a:spcBef>
              <a:spcAft>
                <a:spcPts val="0"/>
              </a:spcAft>
              <a:buClr>
                <a:srgbClr val="EDEDED"/>
              </a:buClr>
              <a:buSzPct val="100000"/>
              <a:buFont typeface="Arial"/>
              <a:buNone/>
            </a:pPr>
            <a:endParaRPr sz="2500" b="0" i="0" u="none" strike="noStrike" cap="none">
              <a:solidFill>
                <a:srgbClr val="EDEDED"/>
              </a:solidFill>
              <a:latin typeface="Calibri"/>
              <a:ea typeface="Calibri"/>
              <a:cs typeface="Calibri"/>
              <a:sym typeface="Calibri"/>
            </a:endParaRPr>
          </a:p>
          <a:p>
            <a:pPr marL="0" marR="0" lvl="0" indent="0" algn="l" rtl="0">
              <a:lnSpc>
                <a:spcPct val="80000"/>
              </a:lnSpc>
              <a:spcBef>
                <a:spcPts val="0"/>
              </a:spcBef>
              <a:spcAft>
                <a:spcPts val="0"/>
              </a:spcAft>
              <a:buClr>
                <a:srgbClr val="EDEDED"/>
              </a:buClr>
              <a:buSzPct val="25000"/>
              <a:buFont typeface="Arial"/>
              <a:buNone/>
            </a:pPr>
            <a:r>
              <a:rPr lang="en-US" sz="2500" b="0" i="0" u="none" strike="noStrike" cap="none">
                <a:solidFill>
                  <a:srgbClr val="EDEDED"/>
                </a:solidFill>
                <a:latin typeface="Calibri"/>
                <a:ea typeface="Calibri"/>
                <a:cs typeface="Calibri"/>
                <a:sym typeface="Calibri"/>
              </a:rPr>
              <a:t>       </a:t>
            </a:r>
            <a:r>
              <a:rPr lang="en-US" sz="2500" b="0" i="0" u="none" strike="noStrike" cap="none" err="1">
                <a:solidFill>
                  <a:srgbClr val="EDEDED"/>
                </a:solidFill>
                <a:latin typeface="Calibri"/>
                <a:ea typeface="Calibri"/>
                <a:cs typeface="Calibri"/>
                <a:sym typeface="Calibri"/>
              </a:rPr>
              <a:t>app.groovy</a:t>
            </a:r>
            <a:endParaRPr lang="en-US" sz="2500" b="0" i="0" u="none" strike="noStrike" cap="none">
              <a:solidFill>
                <a:srgbClr val="EDEDED"/>
              </a:solidFill>
              <a:latin typeface="Calibri"/>
              <a:ea typeface="Calibri"/>
              <a:cs typeface="Calibri"/>
              <a:sym typeface="Calibri"/>
            </a:endParaRPr>
          </a:p>
          <a:p>
            <a:pPr marL="0" marR="0" lvl="0" indent="0" algn="l" rtl="0">
              <a:lnSpc>
                <a:spcPct val="80000"/>
              </a:lnSpc>
              <a:spcBef>
                <a:spcPts val="0"/>
              </a:spcBef>
              <a:spcAft>
                <a:spcPts val="0"/>
              </a:spcAft>
              <a:buClr>
                <a:srgbClr val="EDEDED"/>
              </a:buClr>
              <a:buSzPct val="25000"/>
              <a:buFont typeface="Arial"/>
              <a:buNone/>
            </a:pPr>
            <a:endParaRPr lang="en-US" sz="2500" b="0" i="0" u="none" strike="noStrike" cap="none">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b="0" i="0" u="none" strike="noStrike" cap="none">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b="0" i="0" u="none" strike="noStrike" cap="none">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lang="en-US" sz="2500" b="0" i="0" u="none" strike="noStrike" cap="none">
              <a:solidFill>
                <a:schemeClr val="lt1"/>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r>
              <a:rPr lang="en-US" sz="2500" b="0" i="0" u="none" strike="noStrike" cap="none">
                <a:solidFill>
                  <a:schemeClr val="lt1"/>
                </a:solidFill>
                <a:latin typeface="Arial"/>
                <a:ea typeface="Arial"/>
                <a:cs typeface="Arial"/>
                <a:sym typeface="Arial"/>
              </a:rPr>
              <a:t>      Run it from a shell:</a:t>
            </a:r>
          </a:p>
          <a:p>
            <a:pPr marL="0" marR="0" lvl="0" indent="0" algn="l" rtl="0">
              <a:lnSpc>
                <a:spcPct val="80000"/>
              </a:lnSpc>
              <a:spcBef>
                <a:spcPts val="0"/>
              </a:spcBef>
              <a:spcAft>
                <a:spcPts val="0"/>
              </a:spcAft>
              <a:buClr>
                <a:schemeClr val="dk1"/>
              </a:buClr>
              <a:buSzPct val="25000"/>
              <a:buFont typeface="Arial"/>
              <a:buNone/>
            </a:pPr>
            <a:endParaRPr sz="1800" b="0" i="0" u="none" strike="noStrike" cap="none">
              <a:solidFill>
                <a:srgbClr val="FFFF00"/>
              </a:solidFill>
              <a:latin typeface="Arial"/>
              <a:ea typeface="Arial"/>
              <a:cs typeface="Arial"/>
              <a:sym typeface="Arial"/>
            </a:endParaRPr>
          </a:p>
          <a:p>
            <a:pPr marL="0" marR="0" lvl="0" indent="0" algn="l" rtl="0">
              <a:lnSpc>
                <a:spcPct val="80000"/>
              </a:lnSpc>
              <a:spcBef>
                <a:spcPts val="0"/>
              </a:spcBef>
              <a:spcAft>
                <a:spcPts val="0"/>
              </a:spcAft>
              <a:buClr>
                <a:srgbClr val="EDEDED"/>
              </a:buClr>
              <a:buSzPct val="25000"/>
              <a:buFont typeface="Arial"/>
              <a:buNone/>
            </a:pPr>
            <a:endParaRPr sz="25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a:ea typeface="Calibri"/>
              <a:cs typeface="Calibri"/>
              <a:sym typeface="Calibri"/>
            </a:endParaRPr>
          </a:p>
        </p:txBody>
      </p:sp>
      <p:sp>
        <p:nvSpPr>
          <p:cNvPr id="5" name="TextBox 4"/>
          <p:cNvSpPr txBox="1"/>
          <p:nvPr/>
        </p:nvSpPr>
        <p:spPr>
          <a:xfrm>
            <a:off x="1781061" y="5973617"/>
            <a:ext cx="5415200" cy="408060"/>
          </a:xfrm>
          <a:prstGeom prst="rect">
            <a:avLst/>
          </a:prstGeom>
          <a:solidFill>
            <a:schemeClr val="tx1"/>
          </a:solidFill>
        </p:spPr>
        <p:txBody>
          <a:bodyPr wrap="square" rtlCol="0">
            <a:spAutoFit/>
          </a:bodyPr>
          <a:lstStyle/>
          <a:p>
            <a:r>
              <a:rPr lang="en-US" sz="2000">
                <a:highlight>
                  <a:srgbClr val="FFFFFF"/>
                </a:highlight>
                <a:latin typeface="Courier New" panose="02070309020205020404" pitchFamily="49" charset="0"/>
              </a:rPr>
              <a:t>spring run </a:t>
            </a:r>
            <a:r>
              <a:rPr lang="en-US" sz="2000" err="1">
                <a:highlight>
                  <a:srgbClr val="FFFFFF"/>
                </a:highlight>
                <a:latin typeface="Courier New" panose="02070309020205020404" pitchFamily="49" charset="0"/>
              </a:rPr>
              <a:t>app.groovy</a:t>
            </a:r>
            <a:endParaRPr lang="en-US" sz="2000">
              <a:solidFill>
                <a:srgbClr val="EDEDED"/>
              </a:solidFill>
              <a:sym typeface="Calibri"/>
            </a:endParaRPr>
          </a:p>
        </p:txBody>
      </p:sp>
      <p:sp>
        <p:nvSpPr>
          <p:cNvPr id="4" name="TextBox 3"/>
          <p:cNvSpPr txBox="1"/>
          <p:nvPr/>
        </p:nvSpPr>
        <p:spPr>
          <a:xfrm>
            <a:off x="1781061" y="2806193"/>
            <a:ext cx="5415203" cy="2291413"/>
          </a:xfrm>
          <a:prstGeom prst="rect">
            <a:avLst/>
          </a:prstGeom>
          <a:solidFill>
            <a:schemeClr val="tx1"/>
          </a:solidFill>
        </p:spPr>
        <p:txBody>
          <a:bodyPr wrap="square" rtlCol="0">
            <a:spAutoFit/>
          </a:bodyPr>
          <a:lstStyle/>
          <a:p>
            <a:r>
              <a:rPr lang="en-US" sz="2000">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RestController</a:t>
            </a:r>
            <a:endParaRPr lang="en-US" sz="2000">
              <a:highlight>
                <a:srgbClr val="FFFFFF"/>
              </a:highlight>
              <a:latin typeface="Courier New" panose="02070309020205020404" pitchFamily="49" charset="0"/>
            </a:endParaRPr>
          </a:p>
          <a:p>
            <a:r>
              <a:rPr lang="en-US" sz="2000">
                <a:solidFill>
                  <a:srgbClr val="8000FF"/>
                </a:solidFill>
                <a:highlight>
                  <a:srgbClr val="FFFFFF"/>
                </a:highlight>
                <a:latin typeface="Courier New" panose="02070309020205020404" pitchFamily="49" charset="0"/>
              </a:rPr>
              <a:t>class</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ThisWillActuallyRun</a:t>
            </a:r>
            <a:r>
              <a:rPr lang="en-US" sz="2000">
                <a:highlight>
                  <a:srgbClr val="FFFFFF"/>
                </a:highlight>
                <a:latin typeface="Courier New" panose="02070309020205020404" pitchFamily="49" charset="0"/>
              </a:rPr>
              <a:t> </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RequestMapping</a:t>
            </a:r>
            <a:r>
              <a:rPr lang="en-US" sz="2000" b="1">
                <a:solidFill>
                  <a:srgbClr val="000080"/>
                </a:solidFill>
                <a:highlight>
                  <a:srgbClr val="FFFFFF"/>
                </a:highlight>
                <a:latin typeface="Courier New" panose="02070309020205020404" pitchFamily="49" charset="0"/>
              </a:rPr>
              <a:t>(</a:t>
            </a:r>
            <a:r>
              <a:rPr lang="en-US" sz="2000">
                <a:solidFill>
                  <a:srgbClr val="808080"/>
                </a:solidFill>
                <a:highlight>
                  <a:srgbClr val="FFFFFF"/>
                </a:highlight>
                <a:latin typeface="Courier New" panose="02070309020205020404" pitchFamily="49" charset="0"/>
              </a:rPr>
              <a:t>"/"</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String home</a:t>
            </a:r>
            <a:r>
              <a:rPr lang="en-US" sz="2000" b="1">
                <a:solidFill>
                  <a:srgbClr val="000080"/>
                </a:solidFill>
                <a:highlight>
                  <a:srgbClr val="FFFFFF"/>
                </a:highlight>
                <a:latin typeface="Courier New" panose="02070309020205020404" pitchFamily="49" charset="0"/>
              </a:rPr>
              <a:t>()</a:t>
            </a:r>
            <a:r>
              <a:rPr lang="en-US" sz="2000">
                <a:highlight>
                  <a:srgbClr val="FFFFFF"/>
                </a:highlight>
                <a:latin typeface="Courier New" panose="02070309020205020404" pitchFamily="49" charset="0"/>
              </a:rPr>
              <a:t> </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a:solidFill>
                  <a:srgbClr val="808080"/>
                </a:solidFill>
                <a:highlight>
                  <a:srgbClr val="FFFFFF"/>
                </a:highlight>
                <a:latin typeface="Courier New" panose="02070309020205020404" pitchFamily="49" charset="0"/>
              </a:rPr>
              <a:t>"Hello World!"</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b="1">
                <a:solidFill>
                  <a:srgbClr val="000080"/>
                </a:solidFill>
                <a:highlight>
                  <a:srgbClr val="FFFFFF"/>
                </a:highlight>
                <a:latin typeface="Courier New" panose="02070309020205020404" pitchFamily="49" charset="0"/>
              </a:rPr>
              <a:t>}</a:t>
            </a:r>
            <a:endParaRPr lang="en-US" sz="2000">
              <a:solidFill>
                <a:srgbClr val="EDEDED"/>
              </a:solidFill>
              <a:sym typeface="Calibri"/>
            </a:endParaRP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Shape 202"/>
          <p:cNvSpPr txBox="1">
            <a:spLocks noGrp="1"/>
          </p:cNvSpPr>
          <p:nvPr>
            <p:ph type="title"/>
          </p:nvPr>
        </p:nvSpPr>
        <p:spPr>
          <a:xfrm>
            <a:off x="1141414" y="425726"/>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a:ea typeface="Calibri"/>
                <a:cs typeface="Calibri"/>
                <a:sym typeface="Calibri"/>
              </a:rPr>
              <a:t>Goals</a:t>
            </a:r>
          </a:p>
        </p:txBody>
      </p:sp>
      <p:sp>
        <p:nvSpPr>
          <p:cNvPr id="203" name="Shape 203"/>
          <p:cNvSpPr txBox="1">
            <a:spLocks noGrp="1"/>
          </p:cNvSpPr>
          <p:nvPr>
            <p:ph idx="1"/>
          </p:nvPr>
        </p:nvSpPr>
        <p:spPr>
          <a:xfrm>
            <a:off x="1141414" y="1617693"/>
            <a:ext cx="9905999" cy="3541714"/>
          </a:xfrm>
          <a:prstGeom prst="rect">
            <a:avLst/>
          </a:prstGeom>
          <a:noFill/>
          <a:ln>
            <a:noFill/>
          </a:ln>
        </p:spPr>
        <p:txBody>
          <a:bodyPr lIns="91425" tIns="45700" rIns="91425" bIns="45700" anchor="t" anchorCtr="0">
            <a:noAutofit/>
          </a:bodyPr>
          <a:lstStyle/>
          <a:p>
            <a:pPr lvl="0">
              <a:lnSpc>
                <a:spcPct val="70000"/>
              </a:lnSpc>
              <a:spcBef>
                <a:spcPts val="0"/>
              </a:spcBef>
              <a:buClr>
                <a:srgbClr val="EDEDED"/>
              </a:buClr>
              <a:buSzPct val="100000"/>
              <a:buFont typeface="Arial"/>
              <a:buChar char="•"/>
            </a:pPr>
            <a:r>
              <a:rPr lang="en-US" sz="2800" b="0" i="0" u="none" strike="noStrike" cap="none">
                <a:solidFill>
                  <a:srgbClr val="EDEDED"/>
                </a:solidFill>
                <a:latin typeface="Calibri" pitchFamily="34" charset="0"/>
                <a:ea typeface="Calibri"/>
                <a:cs typeface="Calibri"/>
                <a:sym typeface="Calibri"/>
              </a:rPr>
              <a:t>Cung cấp công cụ </a:t>
            </a:r>
            <a:r>
              <a:rPr lang="en-US" sz="2800">
                <a:solidFill>
                  <a:srgbClr val="EDEDED"/>
                </a:solidFill>
                <a:latin typeface="Calibri" pitchFamily="34" charset="0"/>
                <a:ea typeface="Calibri"/>
                <a:cs typeface="Calibri"/>
                <a:sym typeface="Calibri"/>
              </a:rPr>
              <a:t>getting started nhanh với spring.</a:t>
            </a:r>
          </a:p>
          <a:p>
            <a:pPr marL="0" marR="0" lvl="0" indent="0" algn="l" rtl="0">
              <a:lnSpc>
                <a:spcPct val="70000"/>
              </a:lnSpc>
              <a:spcBef>
                <a:spcPts val="1000"/>
              </a:spcBef>
              <a:spcAft>
                <a:spcPts val="0"/>
              </a:spcAft>
              <a:buClr>
                <a:srgbClr val="EDEDED"/>
              </a:buClr>
              <a:buSzPct val="25000"/>
              <a:buFont typeface="Arial"/>
              <a:buNone/>
            </a:pPr>
            <a:endParaRPr sz="30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FFFF00"/>
              </a:buClr>
              <a:buSzPct val="100000"/>
              <a:buFont typeface="Arial"/>
              <a:buChar char="•"/>
            </a:pPr>
            <a:r>
              <a:rPr lang="en-US" sz="3300" b="1">
                <a:solidFill>
                  <a:srgbClr val="FFFF00"/>
                </a:solidFill>
                <a:latin typeface="Calibri"/>
                <a:ea typeface="Calibri"/>
                <a:cs typeface="Calibri"/>
                <a:sym typeface="Calibri"/>
              </a:rPr>
              <a:t>Mọi thứ được c</a:t>
            </a:r>
            <a:r>
              <a:rPr lang="en-US" sz="3300" b="1" i="0" u="none" strike="noStrike" cap="none">
                <a:solidFill>
                  <a:srgbClr val="FFFF00"/>
                </a:solidFill>
                <a:latin typeface="Calibri"/>
                <a:ea typeface="Calibri"/>
                <a:cs typeface="Calibri"/>
                <a:sym typeface="Calibri"/>
              </a:rPr>
              <a:t>ấu hình một cách tự động</a:t>
            </a:r>
          </a:p>
          <a:p>
            <a:pPr marL="0" marR="0" lvl="0" indent="0" algn="l" rtl="0">
              <a:lnSpc>
                <a:spcPct val="70000"/>
              </a:lnSpc>
              <a:spcBef>
                <a:spcPts val="1000"/>
              </a:spcBef>
              <a:spcAft>
                <a:spcPts val="0"/>
              </a:spcAft>
              <a:buClr>
                <a:srgbClr val="EDEDED"/>
              </a:buClr>
              <a:buSzPct val="25000"/>
              <a:buFont typeface="Arial"/>
              <a:buNone/>
            </a:pPr>
            <a:endParaRPr sz="30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2800" b="0" i="0" u="none" strike="noStrike" cap="none">
                <a:solidFill>
                  <a:srgbClr val="EDEDED"/>
                </a:solidFill>
                <a:latin typeface="Calibri"/>
                <a:ea typeface="Calibri"/>
                <a:cs typeface="Calibri"/>
                <a:sym typeface="Calibri"/>
              </a:rPr>
              <a:t>Cung cấp một loạt các tính năng phi chức năng phổ biến cho các loại dự án lớn(embedded servers, security, metrics, health checks, externalized configuration)</a:t>
            </a:r>
          </a:p>
          <a:p>
            <a:pPr marL="228600" marR="0" lvl="0" indent="-228600" algn="l" rtl="0">
              <a:lnSpc>
                <a:spcPct val="70000"/>
              </a:lnSpc>
              <a:spcBef>
                <a:spcPts val="1000"/>
              </a:spcBef>
              <a:spcAft>
                <a:spcPts val="0"/>
              </a:spcAft>
              <a:buClr>
                <a:srgbClr val="EDEDED"/>
              </a:buClr>
              <a:buSzPct val="100000"/>
              <a:buFont typeface="Arial"/>
              <a:buNone/>
            </a:pPr>
            <a:endParaRPr sz="28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2800" b="0" i="0" u="none" strike="noStrike" cap="none">
                <a:solidFill>
                  <a:srgbClr val="EDEDED"/>
                </a:solidFill>
                <a:latin typeface="Calibri"/>
                <a:ea typeface="Calibri"/>
                <a:cs typeface="Calibri"/>
                <a:sym typeface="Calibri"/>
              </a:rPr>
              <a:t>Tránh cấu hình XML một cách phức tạp.</a:t>
            </a:r>
            <a:endParaRPr sz="196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Shape 209"/>
          <p:cNvSpPr txBox="1">
            <a:spLocks noGrp="1"/>
          </p:cNvSpPr>
          <p:nvPr>
            <p:ph idx="1"/>
          </p:nvPr>
        </p:nvSpPr>
        <p:spPr>
          <a:xfrm>
            <a:off x="1039390" y="1398196"/>
            <a:ext cx="10233899" cy="4351199"/>
          </a:xfrm>
          <a:prstGeom prst="rect">
            <a:avLst/>
          </a:prstGeom>
          <a:noFill/>
          <a:ln>
            <a:noFill/>
          </a:ln>
        </p:spPr>
        <p:txBody>
          <a:bodyPr lIns="91425" tIns="45700" rIns="91425" bIns="45700" anchor="t" anchorCtr="0">
            <a:noAutofit/>
          </a:bodyPr>
          <a:lstStyle/>
          <a:p>
            <a:pPr marL="457200" lvl="0" indent="-393700">
              <a:buSzPct val="100000"/>
            </a:pPr>
            <a:r>
              <a:rPr lang="en-US" sz="4000" i="0" u="none" strike="noStrike" cap="none">
                <a:solidFill>
                  <a:srgbClr val="FFFF00"/>
                </a:solidFill>
                <a:sym typeface="Calibri"/>
              </a:rPr>
              <a:t>@</a:t>
            </a:r>
            <a:r>
              <a:rPr lang="en-US" sz="4000" i="0" u="none" strike="noStrike" cap="none" err="1">
                <a:solidFill>
                  <a:srgbClr val="FFFF00"/>
                </a:solidFill>
                <a:sym typeface="Calibri"/>
              </a:rPr>
              <a:t>EnableAutoConfiguration</a:t>
            </a:r>
            <a:r>
              <a:rPr lang="en-US" sz="4000" i="0" u="none" strike="noStrike" cap="none">
                <a:solidFill>
                  <a:srgbClr val="FFFF00"/>
                </a:solidFill>
                <a:sym typeface="Calibri"/>
              </a:rPr>
              <a:t> </a:t>
            </a:r>
            <a:r>
              <a:rPr lang="en-US" sz="4000"/>
              <a:t>tells Spring Boot to start adding beans based on </a:t>
            </a:r>
            <a:r>
              <a:rPr lang="en-US" sz="4000" err="1"/>
              <a:t>classpath</a:t>
            </a:r>
            <a:r>
              <a:rPr lang="en-US" sz="4000"/>
              <a:t> settings, other beans, and various property settings</a:t>
            </a:r>
          </a:p>
          <a:p>
            <a:pPr marL="63500" marR="0" lvl="0" indent="0" algn="l" rtl="0">
              <a:lnSpc>
                <a:spcPct val="80000"/>
              </a:lnSpc>
              <a:spcBef>
                <a:spcPts val="0"/>
              </a:spcBef>
              <a:spcAft>
                <a:spcPts val="0"/>
              </a:spcAft>
              <a:buClr>
                <a:srgbClr val="EDEDED"/>
              </a:buClr>
              <a:buSzPct val="100000"/>
              <a:buNone/>
            </a:pPr>
            <a:endParaRPr lang="en-US" sz="3300" b="0" i="0" u="none" strike="noStrike" cap="none">
              <a:solidFill>
                <a:srgbClr val="EDEDED"/>
              </a:solidFill>
              <a:latin typeface="Calibri"/>
              <a:ea typeface="Calibri"/>
              <a:cs typeface="Calibri"/>
              <a:sym typeface="Calibri"/>
            </a:endParaRPr>
          </a:p>
          <a:p>
            <a:pPr marL="0" marR="0" lvl="0" indent="0" algn="l" rtl="0">
              <a:lnSpc>
                <a:spcPct val="80000"/>
              </a:lnSpc>
              <a:spcBef>
                <a:spcPts val="0"/>
              </a:spcBef>
              <a:spcAft>
                <a:spcPts val="0"/>
              </a:spcAft>
              <a:buClr>
                <a:srgbClr val="EDEDED"/>
              </a:buClr>
              <a:buSzPct val="25000"/>
              <a:buFont typeface="Arial"/>
              <a:buNone/>
            </a:pPr>
            <a:endParaRPr sz="3300" b="0" i="0" u="none" strike="noStrike" cap="none">
              <a:solidFill>
                <a:srgbClr val="EDEDED"/>
              </a:solidFill>
              <a:latin typeface="Calibri"/>
              <a:ea typeface="Calibri"/>
              <a:cs typeface="Calibri"/>
              <a:sym typeface="Calibri"/>
            </a:endParaRPr>
          </a:p>
          <a:p>
            <a:pPr marL="457200" marR="0" lvl="0" indent="-393700" algn="l" rtl="0">
              <a:lnSpc>
                <a:spcPct val="80000"/>
              </a:lnSpc>
              <a:spcBef>
                <a:spcPts val="0"/>
              </a:spcBef>
              <a:spcAft>
                <a:spcPts val="0"/>
              </a:spcAft>
              <a:buClr>
                <a:srgbClr val="EDEDED"/>
              </a:buClr>
              <a:buSzPct val="100000"/>
              <a:buFont typeface="Arial"/>
              <a:buChar char="•"/>
            </a:pPr>
            <a:r>
              <a:rPr lang="en-US" sz="4000" i="0" u="none" strike="noStrike" cap="none">
                <a:solidFill>
                  <a:srgbClr val="EDEDED"/>
                </a:solidFill>
                <a:latin typeface="Calibri"/>
                <a:ea typeface="Calibri"/>
                <a:cs typeface="Calibri"/>
                <a:sym typeface="Calibri"/>
              </a:rPr>
              <a:t>Modules</a:t>
            </a:r>
          </a:p>
          <a:p>
            <a:pPr marL="1371600" marR="0" lvl="1" indent="-393700" algn="l" rtl="0">
              <a:lnSpc>
                <a:spcPct val="90000"/>
              </a:lnSpc>
              <a:spcBef>
                <a:spcPts val="0"/>
              </a:spcBef>
              <a:spcAft>
                <a:spcPts val="0"/>
              </a:spcAft>
              <a:buClr>
                <a:srgbClr val="EDEDED"/>
              </a:buClr>
              <a:buSzPct val="89285"/>
              <a:buFont typeface="Arial"/>
              <a:buChar char="•"/>
            </a:pPr>
            <a:r>
              <a:rPr lang="en-US" sz="4000" i="0" u="none" strike="noStrike" cap="none">
                <a:solidFill>
                  <a:srgbClr val="EDEDED"/>
                </a:solidFill>
                <a:latin typeface="Calibri"/>
                <a:ea typeface="Calibri"/>
                <a:cs typeface="Calibri"/>
                <a:sym typeface="Calibri"/>
              </a:rPr>
              <a:t>Spring Boot </a:t>
            </a:r>
            <a:r>
              <a:rPr lang="en-US" sz="4000" i="0" u="none" strike="noStrike" cap="none" err="1">
                <a:solidFill>
                  <a:srgbClr val="EDEDED"/>
                </a:solidFill>
                <a:latin typeface="Calibri"/>
                <a:ea typeface="Calibri"/>
                <a:cs typeface="Calibri"/>
                <a:sym typeface="Calibri"/>
              </a:rPr>
              <a:t>Autoconfigure</a:t>
            </a:r>
            <a:endParaRPr lang="en-US" sz="4000" i="0" u="none" strike="noStrike" cap="none">
              <a:solidFill>
                <a:srgbClr val="EDEDED"/>
              </a:solidFill>
              <a:latin typeface="Calibri"/>
              <a:ea typeface="Calibri"/>
              <a:cs typeface="Calibri"/>
              <a:sym typeface="Calibri"/>
            </a:endParaRPr>
          </a:p>
        </p:txBody>
      </p:sp>
    </p:spTree>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Shape 215"/>
          <p:cNvSpPr txBox="1">
            <a:spLocks noGrp="1"/>
          </p:cNvSpPr>
          <p:nvPr>
            <p:ph type="title"/>
          </p:nvPr>
        </p:nvSpPr>
        <p:spPr>
          <a:xfrm>
            <a:off x="1346132" y="673110"/>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a:ea typeface="Calibri"/>
                <a:cs typeface="Calibri"/>
                <a:sym typeface="Calibri"/>
              </a:rPr>
              <a:t>Spring Boot </a:t>
            </a:r>
            <a:r>
              <a:rPr lang="en-US" sz="5400" i="0" u="none" strike="noStrike" cap="none" err="1">
                <a:solidFill>
                  <a:srgbClr val="EDEDED"/>
                </a:solidFill>
                <a:latin typeface="Calibri"/>
                <a:ea typeface="Calibri"/>
                <a:cs typeface="Calibri"/>
                <a:sym typeface="Calibri"/>
              </a:rPr>
              <a:t>Autoconfigure</a:t>
            </a:r>
            <a:r>
              <a:rPr lang="en-US" sz="5400" i="0" u="none" strike="noStrike" cap="none">
                <a:solidFill>
                  <a:srgbClr val="EDEDED"/>
                </a:solidFill>
                <a:latin typeface="Calibri"/>
                <a:ea typeface="Calibri"/>
                <a:cs typeface="Calibri"/>
                <a:sym typeface="Calibri"/>
              </a:rPr>
              <a:t> module</a:t>
            </a:r>
          </a:p>
        </p:txBody>
      </p:sp>
      <p:sp>
        <p:nvSpPr>
          <p:cNvPr id="216" name="Shape 216"/>
          <p:cNvSpPr txBox="1">
            <a:spLocks noGrp="1"/>
          </p:cNvSpPr>
          <p:nvPr>
            <p:ph idx="1"/>
          </p:nvPr>
        </p:nvSpPr>
        <p:spPr>
          <a:xfrm>
            <a:off x="1318835" y="2249487"/>
            <a:ext cx="9905999" cy="3541714"/>
          </a:xfrm>
          <a:prstGeom prst="rect">
            <a:avLst/>
          </a:prstGeom>
          <a:noFill/>
          <a:ln>
            <a:noFill/>
          </a:ln>
        </p:spPr>
        <p:txBody>
          <a:bodyPr lIns="91425" tIns="45700" rIns="91425" bIns="45700" anchor="t" anchorCtr="0">
            <a:noAutofit/>
          </a:bodyPr>
          <a:lstStyle/>
          <a:p>
            <a:pPr marL="457200" marR="0" lvl="0" indent="-393700" algn="l" rtl="0">
              <a:lnSpc>
                <a:spcPct val="80000"/>
              </a:lnSpc>
              <a:spcBef>
                <a:spcPts val="0"/>
              </a:spcBef>
              <a:spcAft>
                <a:spcPts val="0"/>
              </a:spcAft>
              <a:buClr>
                <a:srgbClr val="EDEDED"/>
              </a:buClr>
              <a:buSzPct val="100000"/>
              <a:buFont typeface="Arial"/>
              <a:buChar char="•"/>
            </a:pPr>
            <a:r>
              <a:rPr lang="en-US" sz="3300">
                <a:solidFill>
                  <a:srgbClr val="EDEDED"/>
                </a:solidFill>
                <a:latin typeface="Calibri"/>
                <a:ea typeface="Calibri"/>
                <a:cs typeface="Calibri"/>
                <a:sym typeface="Calibri"/>
              </a:rPr>
              <a:t>T</a:t>
            </a:r>
            <a:r>
              <a:rPr lang="en-US" sz="3300" i="0" u="none" strike="noStrike" cap="none">
                <a:solidFill>
                  <a:srgbClr val="EDEDED"/>
                </a:solidFill>
                <a:latin typeface="Calibri"/>
                <a:ea typeface="Calibri"/>
                <a:cs typeface="Calibri"/>
                <a:sym typeface="Calibri"/>
              </a:rPr>
              <a:t>ells Spring Boot to “guess” how you will want to configure Spring, based on the jar dependencies that you have</a:t>
            </a:r>
          </a:p>
          <a:p>
            <a:pPr marL="0" marR="0" lvl="0" indent="0" algn="l" rtl="0">
              <a:lnSpc>
                <a:spcPct val="80000"/>
              </a:lnSpc>
              <a:spcBef>
                <a:spcPts val="0"/>
              </a:spcBef>
              <a:spcAft>
                <a:spcPts val="0"/>
              </a:spcAft>
              <a:buClr>
                <a:srgbClr val="EDEDED"/>
              </a:buClr>
              <a:buSzPct val="25000"/>
              <a:buFont typeface="Arial"/>
              <a:buNone/>
            </a:pPr>
            <a:endParaRPr sz="3300" i="0" u="none" strike="noStrike" cap="none">
              <a:solidFill>
                <a:srgbClr val="EDEDED"/>
              </a:solidFill>
              <a:latin typeface="Calibri"/>
              <a:ea typeface="Calibri"/>
              <a:cs typeface="Calibri"/>
              <a:sym typeface="Calibri"/>
            </a:endParaRPr>
          </a:p>
          <a:p>
            <a:pPr marL="457200" marR="0" lvl="0" indent="-393700" algn="l" rtl="0">
              <a:lnSpc>
                <a:spcPct val="80000"/>
              </a:lnSpc>
              <a:spcBef>
                <a:spcPts val="0"/>
              </a:spcBef>
              <a:spcAft>
                <a:spcPts val="0"/>
              </a:spcAft>
              <a:buClr>
                <a:srgbClr val="EDEDED"/>
              </a:buClr>
              <a:buSzPct val="100000"/>
              <a:buFont typeface="Arial"/>
              <a:buChar char="•"/>
            </a:pPr>
            <a:r>
              <a:rPr lang="en-US" sz="3300" i="0" u="none" strike="noStrike" cap="none">
                <a:solidFill>
                  <a:srgbClr val="EDEDED"/>
                </a:solidFill>
                <a:latin typeface="Calibri"/>
                <a:ea typeface="Calibri"/>
                <a:cs typeface="Calibri"/>
                <a:sym typeface="Calibri"/>
              </a:rPr>
              <a:t>e.g.  </a:t>
            </a:r>
            <a:r>
              <a:rPr lang="en-US" sz="3300" i="0" u="none" strike="noStrike" cap="none">
                <a:solidFill>
                  <a:srgbClr val="FFFF00"/>
                </a:solidFill>
                <a:latin typeface="Calibri"/>
                <a:ea typeface="Calibri"/>
                <a:cs typeface="Calibri"/>
                <a:sym typeface="Calibri"/>
              </a:rPr>
              <a:t>tomcat-embedded.jar </a:t>
            </a:r>
            <a:r>
              <a:rPr lang="en-US" sz="3300" i="0" u="none" strike="noStrike" cap="none">
                <a:solidFill>
                  <a:srgbClr val="EDEDED"/>
                </a:solidFill>
                <a:latin typeface="Calibri"/>
                <a:ea typeface="Calibri"/>
                <a:cs typeface="Calibri"/>
                <a:sym typeface="Calibri"/>
              </a:rPr>
              <a:t>found in </a:t>
            </a:r>
            <a:r>
              <a:rPr lang="en-US" sz="3300" i="0" u="none" strike="noStrike" cap="none" err="1">
                <a:solidFill>
                  <a:srgbClr val="EDEDED"/>
                </a:solidFill>
                <a:latin typeface="Calibri"/>
                <a:ea typeface="Calibri"/>
                <a:cs typeface="Calibri"/>
                <a:sym typeface="Calibri"/>
              </a:rPr>
              <a:t>classpath</a:t>
            </a:r>
            <a:r>
              <a:rPr lang="en-US" sz="3300" i="0" u="none" strike="noStrike" cap="none">
                <a:solidFill>
                  <a:srgbClr val="EDEDED"/>
                </a:solidFill>
                <a:latin typeface="Calibri"/>
                <a:ea typeface="Calibri"/>
                <a:cs typeface="Calibri"/>
                <a:sym typeface="Calibri"/>
              </a:rPr>
              <a:t>  =&gt; </a:t>
            </a:r>
            <a:r>
              <a:rPr lang="en-US" sz="3300" i="0" u="none" strike="noStrike" cap="none" err="1">
                <a:solidFill>
                  <a:srgbClr val="FFFF00"/>
                </a:solidFill>
                <a:latin typeface="Calibri"/>
                <a:ea typeface="Calibri"/>
                <a:cs typeface="Calibri"/>
                <a:sym typeface="Calibri"/>
              </a:rPr>
              <a:t>TomcatEmbeddedServletContainerFactory</a:t>
            </a:r>
            <a:r>
              <a:rPr lang="en-US" sz="3300" i="0" u="none" strike="noStrike" cap="none">
                <a:solidFill>
                  <a:srgbClr val="EDEDED"/>
                </a:solidFill>
                <a:latin typeface="Calibri"/>
                <a:ea typeface="Calibri"/>
                <a:cs typeface="Calibri"/>
                <a:sym typeface="Calibri"/>
              </a:rPr>
              <a:t> instance created (unless you have defined your own </a:t>
            </a:r>
            <a:r>
              <a:rPr lang="en-US" sz="3300" i="0" u="none" strike="noStrike" cap="none" err="1">
                <a:solidFill>
                  <a:srgbClr val="FFFF00"/>
                </a:solidFill>
                <a:latin typeface="Calibri"/>
                <a:ea typeface="Calibri"/>
                <a:cs typeface="Calibri"/>
                <a:sym typeface="Calibri"/>
              </a:rPr>
              <a:t>EmbeddedServletContainerFactory</a:t>
            </a:r>
            <a:r>
              <a:rPr lang="en-US" sz="3300" i="0" u="none" strike="noStrike" cap="none">
                <a:solidFill>
                  <a:srgbClr val="EDEDED"/>
                </a:solidFill>
                <a:latin typeface="Calibri"/>
                <a:ea typeface="Calibri"/>
                <a:cs typeface="Calibri"/>
                <a:sym typeface="Calibri"/>
              </a:rPr>
              <a:t> bean).</a:t>
            </a:r>
          </a:p>
          <a:p>
            <a:pPr marL="0" marR="0" lvl="0" indent="0" algn="l" rtl="0">
              <a:lnSpc>
                <a:spcPct val="80000"/>
              </a:lnSpc>
              <a:spcBef>
                <a:spcPts val="0"/>
              </a:spcBef>
              <a:spcAft>
                <a:spcPts val="0"/>
              </a:spcAft>
              <a:buClr>
                <a:srgbClr val="EDEDED"/>
              </a:buClr>
              <a:buSzPct val="25000"/>
              <a:buFont typeface="Arial"/>
              <a:buNone/>
            </a:pPr>
            <a:endParaRPr sz="25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Shape 222"/>
          <p:cNvSpPr txBox="1">
            <a:spLocks noGrp="1"/>
          </p:cNvSpPr>
          <p:nvPr>
            <p:ph type="title"/>
          </p:nvPr>
        </p:nvSpPr>
        <p:spPr>
          <a:xfrm>
            <a:off x="1371441" y="430498"/>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b="0" i="0" u="none" strike="noStrike" cap="none">
                <a:solidFill>
                  <a:srgbClr val="EDEDED"/>
                </a:solidFill>
                <a:latin typeface="Calibri"/>
                <a:ea typeface="Calibri"/>
                <a:cs typeface="Calibri"/>
                <a:sym typeface="Calibri"/>
              </a:rPr>
              <a:t>Goals</a:t>
            </a:r>
          </a:p>
        </p:txBody>
      </p:sp>
      <p:sp>
        <p:nvSpPr>
          <p:cNvPr id="223" name="Shape 223"/>
          <p:cNvSpPr txBox="1">
            <a:spLocks noGrp="1"/>
          </p:cNvSpPr>
          <p:nvPr>
            <p:ph idx="1"/>
          </p:nvPr>
        </p:nvSpPr>
        <p:spPr>
          <a:xfrm>
            <a:off x="1398737" y="1718001"/>
            <a:ext cx="9905999" cy="3541714"/>
          </a:xfrm>
          <a:prstGeom prst="rect">
            <a:avLst/>
          </a:prstGeom>
          <a:noFill/>
          <a:ln>
            <a:noFill/>
          </a:ln>
        </p:spPr>
        <p:txBody>
          <a:bodyPr lIns="91425" tIns="45700" rIns="91425" bIns="45700" anchor="t" anchorCtr="0">
            <a:noAutofit/>
          </a:bodyPr>
          <a:lstStyle/>
          <a:p>
            <a:pPr lvl="0">
              <a:lnSpc>
                <a:spcPct val="70000"/>
              </a:lnSpc>
              <a:spcBef>
                <a:spcPts val="0"/>
              </a:spcBef>
              <a:buClr>
                <a:srgbClr val="EDEDED"/>
              </a:buClr>
              <a:buSzPct val="100000"/>
              <a:buFont typeface="Arial"/>
              <a:buChar char="•"/>
            </a:pPr>
            <a:r>
              <a:rPr lang="en-US" sz="3200" b="0" i="0" u="none" strike="noStrike" cap="none">
                <a:solidFill>
                  <a:srgbClr val="EDEDED"/>
                </a:solidFill>
                <a:latin typeface="Calibri" pitchFamily="34" charset="0"/>
                <a:ea typeface="Calibri"/>
                <a:cs typeface="Calibri"/>
                <a:sym typeface="Calibri"/>
              </a:rPr>
              <a:t>Cung cấp công cụ </a:t>
            </a:r>
            <a:r>
              <a:rPr lang="en-US" sz="3200">
                <a:solidFill>
                  <a:srgbClr val="EDEDED"/>
                </a:solidFill>
                <a:latin typeface="Calibri" pitchFamily="34" charset="0"/>
                <a:ea typeface="Calibri"/>
                <a:cs typeface="Calibri"/>
                <a:sym typeface="Calibri"/>
              </a:rPr>
              <a:t>getting started nhanh với spring.</a:t>
            </a:r>
          </a:p>
          <a:p>
            <a:pPr marL="0" marR="0" lvl="0" indent="0" algn="l" rtl="0">
              <a:lnSpc>
                <a:spcPct val="70000"/>
              </a:lnSpc>
              <a:spcBef>
                <a:spcPts val="1000"/>
              </a:spcBef>
              <a:spcAft>
                <a:spcPts val="0"/>
              </a:spcAft>
              <a:buClr>
                <a:srgbClr val="EDEDED"/>
              </a:buClr>
              <a:buSzPct val="25000"/>
              <a:buFont typeface="Arial"/>
              <a:buNone/>
            </a:pPr>
            <a:endParaRPr sz="3000" b="0" i="0" u="none" strike="noStrike" cap="none">
              <a:solidFill>
                <a:schemeClr val="lt1"/>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vi-VN" sz="3000" b="0" i="0" u="none" strike="noStrike" cap="none">
                <a:solidFill>
                  <a:schemeClr val="lt1"/>
                </a:solidFill>
                <a:latin typeface="Calibri"/>
                <a:ea typeface="Calibri"/>
                <a:cs typeface="Calibri"/>
                <a:sym typeface="Calibri"/>
              </a:rPr>
              <a:t>Mọi thứ được cấu hình một cách tự động.</a:t>
            </a:r>
          </a:p>
          <a:p>
            <a:pPr marL="228600" marR="0" lvl="0" indent="-228600" algn="l" rtl="0">
              <a:lnSpc>
                <a:spcPct val="70000"/>
              </a:lnSpc>
              <a:spcBef>
                <a:spcPts val="1000"/>
              </a:spcBef>
              <a:spcAft>
                <a:spcPts val="0"/>
              </a:spcAft>
              <a:buClr>
                <a:srgbClr val="EDEDED"/>
              </a:buClr>
              <a:buSzPct val="100000"/>
              <a:buFont typeface="Arial"/>
              <a:buNone/>
            </a:pPr>
            <a:endParaRPr sz="2500" b="1" i="0" u="none" strike="noStrike" cap="none">
              <a:solidFill>
                <a:schemeClr val="lt1"/>
              </a:solidFill>
              <a:latin typeface="Calibri"/>
              <a:ea typeface="Calibri"/>
              <a:cs typeface="Calibri"/>
              <a:sym typeface="Calibri"/>
            </a:endParaRPr>
          </a:p>
          <a:p>
            <a:pPr marL="228600" marR="0" lvl="0" indent="-228600" algn="l" rtl="0">
              <a:lnSpc>
                <a:spcPct val="70000"/>
              </a:lnSpc>
              <a:spcBef>
                <a:spcPts val="1000"/>
              </a:spcBef>
              <a:spcAft>
                <a:spcPts val="0"/>
              </a:spcAft>
              <a:buClr>
                <a:srgbClr val="FFFF00"/>
              </a:buClr>
              <a:buSzPct val="100000"/>
              <a:buFont typeface="Arial"/>
              <a:buChar char="•"/>
            </a:pPr>
            <a:r>
              <a:rPr lang="en-US" sz="3300" b="1" i="0" u="none" strike="noStrike" cap="none">
                <a:solidFill>
                  <a:srgbClr val="FFFF00"/>
                </a:solidFill>
                <a:latin typeface="Calibri"/>
                <a:ea typeface="Calibri"/>
                <a:cs typeface="Calibri"/>
                <a:sym typeface="Calibri"/>
              </a:rPr>
              <a:t>Cung cấp một loạt các tính năng phi chức năng phổ biến cho các loại dự án lớn (embedded servers, security, metrics, health checks, externalized configuration)</a:t>
            </a:r>
          </a:p>
          <a:p>
            <a:pPr marL="228600" marR="0" lvl="0" indent="-228600" algn="l" rtl="0">
              <a:lnSpc>
                <a:spcPct val="70000"/>
              </a:lnSpc>
              <a:spcBef>
                <a:spcPts val="1000"/>
              </a:spcBef>
              <a:spcAft>
                <a:spcPts val="0"/>
              </a:spcAft>
              <a:buClr>
                <a:srgbClr val="EDEDED"/>
              </a:buClr>
              <a:buSzPct val="100000"/>
              <a:buFont typeface="Arial"/>
              <a:buNone/>
            </a:pPr>
            <a:endParaRPr sz="2500" b="1" i="0" u="none" strike="noStrike" cap="none">
              <a:solidFill>
                <a:schemeClr val="lt1"/>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2800" b="0" i="0" u="none" strike="noStrike" cap="none">
                <a:solidFill>
                  <a:schemeClr val="lt1"/>
                </a:solidFill>
                <a:latin typeface="Calibri"/>
                <a:ea typeface="Calibri"/>
                <a:cs typeface="Calibri"/>
                <a:sym typeface="Calibri"/>
              </a:rPr>
              <a:t>Tránh cấu hình XML một cách phức tạp.</a:t>
            </a:r>
          </a:p>
        </p:txBody>
      </p:sp>
    </p:spTree>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idx="1"/>
          </p:nvPr>
        </p:nvSpPr>
        <p:spPr>
          <a:xfrm>
            <a:off x="1339640" y="1561969"/>
            <a:ext cx="10233900" cy="4351200"/>
          </a:xfrm>
          <a:prstGeom prst="rect">
            <a:avLst/>
          </a:prstGeom>
          <a:noFill/>
          <a:ln>
            <a:noFill/>
          </a:ln>
        </p:spPr>
        <p:txBody>
          <a:bodyPr lIns="91425" tIns="45700" rIns="91425" bIns="45700" anchor="t" anchorCtr="0">
            <a:noAutofit/>
          </a:bodyPr>
          <a:lstStyle/>
          <a:p>
            <a:pPr marL="457200" marR="0" lvl="0" indent="-393700" algn="l" rtl="0">
              <a:lnSpc>
                <a:spcPct val="80000"/>
              </a:lnSpc>
              <a:spcBef>
                <a:spcPts val="0"/>
              </a:spcBef>
              <a:spcAft>
                <a:spcPts val="0"/>
              </a:spcAft>
              <a:buClr>
                <a:srgbClr val="EDEDED"/>
              </a:buClr>
              <a:buSzPct val="100000"/>
              <a:buFont typeface="Arial"/>
              <a:buChar char="•"/>
            </a:pPr>
            <a:r>
              <a:rPr lang="en-US" sz="4000">
                <a:latin typeface="Calibri" pitchFamily="34" charset="0"/>
              </a:rPr>
              <a:t>Provide Rest Endpoints for monitoring and managing your application (metrics, health checks,  shutdown etc.)</a:t>
            </a:r>
          </a:p>
          <a:p>
            <a:pPr marL="0" marR="0" lvl="0" indent="0" algn="l" rtl="0">
              <a:lnSpc>
                <a:spcPct val="80000"/>
              </a:lnSpc>
              <a:spcBef>
                <a:spcPts val="0"/>
              </a:spcBef>
              <a:spcAft>
                <a:spcPts val="0"/>
              </a:spcAft>
              <a:buNone/>
            </a:pPr>
            <a:endParaRPr sz="3300">
              <a:latin typeface="Calibri" pitchFamily="34" charset="0"/>
            </a:endParaRPr>
          </a:p>
          <a:p>
            <a:pPr marL="0" marR="0" lvl="0" indent="0" algn="l" rtl="0">
              <a:lnSpc>
                <a:spcPct val="80000"/>
              </a:lnSpc>
              <a:spcBef>
                <a:spcPts val="0"/>
              </a:spcBef>
              <a:spcAft>
                <a:spcPts val="0"/>
              </a:spcAft>
              <a:buClr>
                <a:srgbClr val="EDEDED"/>
              </a:buClr>
              <a:buSzPct val="25000"/>
              <a:buFont typeface="Arial"/>
              <a:buNone/>
            </a:pPr>
            <a:endParaRPr sz="3300" b="0" i="0" u="none" strike="noStrike" cap="none">
              <a:solidFill>
                <a:srgbClr val="EDEDED"/>
              </a:solidFill>
              <a:latin typeface="Calibri" pitchFamily="34" charset="0"/>
              <a:sym typeface="Calibri"/>
            </a:endParaRPr>
          </a:p>
          <a:p>
            <a:pPr marL="457200" marR="0" lvl="0" indent="-393700" algn="l" rtl="0">
              <a:lnSpc>
                <a:spcPct val="80000"/>
              </a:lnSpc>
              <a:spcBef>
                <a:spcPts val="0"/>
              </a:spcBef>
              <a:spcAft>
                <a:spcPts val="0"/>
              </a:spcAft>
              <a:buClr>
                <a:srgbClr val="EDEDED"/>
              </a:buClr>
              <a:buSzPct val="100000"/>
              <a:buFont typeface="Arial"/>
              <a:buChar char="•"/>
            </a:pPr>
            <a:r>
              <a:rPr lang="en-US" sz="4000" b="0" i="0" u="none" strike="noStrike" cap="none">
                <a:solidFill>
                  <a:srgbClr val="EDEDED"/>
                </a:solidFill>
                <a:latin typeface="Calibri" pitchFamily="34" charset="0"/>
                <a:sym typeface="Calibri"/>
              </a:rPr>
              <a:t>Modules</a:t>
            </a:r>
          </a:p>
          <a:p>
            <a:pPr marL="1371600" marR="0" lvl="1" indent="-393700" algn="l" rtl="0">
              <a:lnSpc>
                <a:spcPct val="90000"/>
              </a:lnSpc>
              <a:spcBef>
                <a:spcPts val="0"/>
              </a:spcBef>
              <a:spcAft>
                <a:spcPts val="0"/>
              </a:spcAft>
              <a:buClr>
                <a:srgbClr val="EDEDED"/>
              </a:buClr>
              <a:buSzPct val="89285"/>
              <a:buFont typeface="Arial"/>
              <a:buChar char="•"/>
            </a:pPr>
            <a:r>
              <a:rPr lang="en-US" sz="4000" i="0" u="none" strike="noStrike" cap="none">
                <a:solidFill>
                  <a:srgbClr val="EDEDED"/>
                </a:solidFill>
                <a:latin typeface="Calibri" pitchFamily="34" charset="0"/>
                <a:sym typeface="Calibri"/>
              </a:rPr>
              <a:t>Spring Boot </a:t>
            </a:r>
            <a:r>
              <a:rPr lang="en-US" sz="4000">
                <a:latin typeface="Calibri" pitchFamily="34" charset="0"/>
              </a:rPr>
              <a:t>Actuator</a:t>
            </a:r>
          </a:p>
        </p:txBody>
      </p:sp>
    </p:spTree>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77472" y="539275"/>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i="0" u="none" strike="noStrike" cap="none">
                <a:solidFill>
                  <a:srgbClr val="EDEDED"/>
                </a:solidFill>
                <a:latin typeface="Calibri" pitchFamily="34" charset="0"/>
                <a:sym typeface="Calibri"/>
              </a:rPr>
              <a:t>Spring Boot Actuator module</a:t>
            </a:r>
          </a:p>
        </p:txBody>
      </p:sp>
      <p:sp>
        <p:nvSpPr>
          <p:cNvPr id="236" name="Shape 236"/>
          <p:cNvSpPr txBox="1">
            <a:spLocks noGrp="1"/>
          </p:cNvSpPr>
          <p:nvPr>
            <p:ph idx="1"/>
          </p:nvPr>
        </p:nvSpPr>
        <p:spPr>
          <a:xfrm>
            <a:off x="1263823" y="1792724"/>
            <a:ext cx="9905999" cy="3541714"/>
          </a:xfrm>
          <a:prstGeom prst="rect">
            <a:avLst/>
          </a:prstGeom>
          <a:noFill/>
          <a:ln>
            <a:noFill/>
          </a:ln>
        </p:spPr>
        <p:txBody>
          <a:bodyPr lIns="91425" tIns="45700" rIns="91425" bIns="45700" anchor="t" anchorCtr="0">
            <a:noAutofit/>
          </a:bodyPr>
          <a:lstStyle/>
          <a:p>
            <a:pPr marL="457200" lvl="0" indent="-393700" rtl="0">
              <a:spcBef>
                <a:spcPts val="1000"/>
              </a:spcBef>
              <a:buClr>
                <a:srgbClr val="EDEDED"/>
              </a:buClr>
              <a:buSzPct val="100000"/>
              <a:buFont typeface="Arial"/>
              <a:buChar char="•"/>
            </a:pPr>
            <a:r>
              <a:rPr lang="en-US" sz="3000">
                <a:latin typeface="Calibri" pitchFamily="34" charset="0"/>
              </a:rPr>
              <a:t>common non-functional features that make an app instantly deployable and supportable in production</a:t>
            </a:r>
            <a:endParaRPr lang="en-US" sz="2500">
              <a:latin typeface="Calibri" pitchFamily="34" charset="0"/>
            </a:endParaRPr>
          </a:p>
          <a:p>
            <a:pPr marL="457200" lvl="0" indent="-393700" rtl="0">
              <a:spcBef>
                <a:spcPts val="1000"/>
              </a:spcBef>
              <a:buClr>
                <a:srgbClr val="EDEDED"/>
              </a:buClr>
              <a:buSzPct val="100000"/>
              <a:buFont typeface="Arial"/>
              <a:buChar char="•"/>
            </a:pPr>
            <a:r>
              <a:rPr lang="en-US" sz="3000" b="0" i="0" u="none" strike="noStrike" cap="none">
                <a:solidFill>
                  <a:srgbClr val="EDEDED"/>
                </a:solidFill>
                <a:latin typeface="Calibri" pitchFamily="34" charset="0"/>
                <a:ea typeface="Calibri"/>
                <a:cs typeface="Calibri"/>
                <a:sym typeface="Calibri"/>
              </a:rPr>
              <a:t>Endpoints</a:t>
            </a:r>
          </a:p>
          <a:p>
            <a:pPr marL="914400" lvl="1" indent="-393700">
              <a:lnSpc>
                <a:spcPct val="100000"/>
              </a:lnSpc>
              <a:spcBef>
                <a:spcPts val="1000"/>
              </a:spcBef>
            </a:pPr>
            <a:r>
              <a:rPr lang="en-US" sz="2300" b="1">
                <a:latin typeface="Calibri" pitchFamily="34" charset="0"/>
              </a:rPr>
              <a:t>beans</a:t>
            </a:r>
            <a:r>
              <a:rPr lang="en-US" sz="2300">
                <a:latin typeface="Calibri" pitchFamily="34" charset="0"/>
              </a:rPr>
              <a:t> - displays a complete list of all the Spring beans in your application</a:t>
            </a:r>
          </a:p>
          <a:p>
            <a:pPr marL="914400" lvl="1" indent="-393700">
              <a:lnSpc>
                <a:spcPct val="100000"/>
              </a:lnSpc>
              <a:spcBef>
                <a:spcPts val="1000"/>
              </a:spcBef>
            </a:pPr>
            <a:r>
              <a:rPr lang="en-US" sz="2300" b="1">
                <a:latin typeface="Calibri" pitchFamily="34" charset="0"/>
              </a:rPr>
              <a:t>health -</a:t>
            </a:r>
            <a:r>
              <a:rPr lang="en-US" sz="2300">
                <a:latin typeface="Calibri" pitchFamily="34" charset="0"/>
              </a:rPr>
              <a:t> shows application health information </a:t>
            </a:r>
          </a:p>
          <a:p>
            <a:pPr marL="914400" lvl="1" indent="-393700">
              <a:lnSpc>
                <a:spcPct val="100000"/>
              </a:lnSpc>
              <a:spcBef>
                <a:spcPts val="1000"/>
              </a:spcBef>
            </a:pPr>
            <a:r>
              <a:rPr lang="en-US" sz="2300" b="1">
                <a:latin typeface="Calibri" pitchFamily="34" charset="0"/>
              </a:rPr>
              <a:t>metrics</a:t>
            </a:r>
          </a:p>
          <a:p>
            <a:pPr marL="914400" lvl="1" indent="-393700">
              <a:lnSpc>
                <a:spcPct val="100000"/>
              </a:lnSpc>
              <a:spcBef>
                <a:spcPts val="1000"/>
              </a:spcBef>
            </a:pPr>
            <a:r>
              <a:rPr lang="en-US" sz="2300" b="1">
                <a:latin typeface="Calibri" pitchFamily="34" charset="0"/>
              </a:rPr>
              <a:t>shutdown </a:t>
            </a:r>
            <a:r>
              <a:rPr lang="en-US" sz="2300">
                <a:latin typeface="Calibri" pitchFamily="34" charset="0"/>
              </a:rPr>
              <a:t>-</a:t>
            </a:r>
            <a:r>
              <a:rPr lang="en-US" sz="2300" b="1">
                <a:latin typeface="Calibri" pitchFamily="34" charset="0"/>
              </a:rPr>
              <a:t> </a:t>
            </a:r>
            <a:r>
              <a:rPr lang="en-US" sz="2300">
                <a:latin typeface="Calibri" pitchFamily="34" charset="0"/>
              </a:rPr>
              <a:t>allows the application to be gracefully shutdown (not enabled by default)</a:t>
            </a:r>
          </a:p>
          <a:p>
            <a:pPr marL="914400" lvl="1" indent="-393700">
              <a:lnSpc>
                <a:spcPct val="100000"/>
              </a:lnSpc>
              <a:spcBef>
                <a:spcPts val="1000"/>
              </a:spcBef>
            </a:pPr>
            <a:r>
              <a:rPr lang="en-US" sz="2300" b="1">
                <a:latin typeface="Calibri" pitchFamily="34" charset="0"/>
              </a:rPr>
              <a:t>trace </a:t>
            </a:r>
            <a:r>
              <a:rPr lang="en-US" sz="2300">
                <a:latin typeface="Calibri" pitchFamily="34" charset="0"/>
              </a:rPr>
              <a:t>- displays trace information (by default the last 100 HTTP requests)</a:t>
            </a:r>
            <a:endParaRPr sz="2300" b="0" i="0" u="none" strike="noStrike" cap="none">
              <a:solidFill>
                <a:srgbClr val="EDEDED"/>
              </a:solidFill>
              <a:latin typeface="Calibri" pitchFamily="34" charset="0"/>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0" i="0" u="none" strike="noStrike" cap="none">
              <a:solidFill>
                <a:srgbClr val="EDEDED"/>
              </a:solidFill>
              <a:latin typeface="Calibri" pitchFamily="34" charset="0"/>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1960" b="1" i="0" u="none" strike="noStrike" cap="none">
              <a:solidFill>
                <a:srgbClr val="FFFFFF"/>
              </a:solidFill>
              <a:latin typeface="Calibri" pitchFamily="34" charset="0"/>
              <a:ea typeface="Calibri"/>
              <a:cs typeface="Calibri"/>
              <a:sym typeface="Calibri"/>
            </a:endParaRPr>
          </a:p>
        </p:txBody>
      </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7352" y="557368"/>
            <a:ext cx="9905999" cy="1478570"/>
          </a:xfrm>
        </p:spPr>
        <p:txBody>
          <a:bodyPr>
            <a:normAutofit/>
          </a:bodyPr>
          <a:lstStyle/>
          <a:p>
            <a:r>
              <a:rPr lang="en-US" sz="5400" cap="none">
                <a:latin typeface="Calibri" pitchFamily="34" charset="0"/>
              </a:rPr>
              <a:t>Externalized Configuration</a:t>
            </a:r>
            <a:endParaRPr lang="en-US" sz="5400">
              <a:latin typeface="Calibri" pitchFamily="34" charset="0"/>
            </a:endParaRPr>
          </a:p>
        </p:txBody>
      </p:sp>
      <p:sp>
        <p:nvSpPr>
          <p:cNvPr id="3" name="Text Placeholder 2"/>
          <p:cNvSpPr>
            <a:spLocks noGrp="1"/>
          </p:cNvSpPr>
          <p:nvPr>
            <p:ph idx="1"/>
          </p:nvPr>
        </p:nvSpPr>
        <p:spPr>
          <a:xfrm>
            <a:off x="868649" y="2035938"/>
            <a:ext cx="11062029" cy="4351199"/>
          </a:xfrm>
        </p:spPr>
        <p:txBody>
          <a:bodyPr>
            <a:normAutofit fontScale="92500" lnSpcReduction="20000"/>
          </a:bodyPr>
          <a:lstStyle/>
          <a:p>
            <a:pPr marL="914400" indent="-393192">
              <a:lnSpc>
                <a:spcPct val="90000"/>
              </a:lnSpc>
              <a:spcBef>
                <a:spcPts val="1000"/>
              </a:spcBef>
              <a:buSzPct val="100000"/>
            </a:pPr>
            <a:r>
              <a:rPr lang="en-US" sz="3500">
                <a:latin typeface="Calibri" pitchFamily="34" charset="0"/>
              </a:rPr>
              <a:t>properties files, YAML files, environment variables and command-line arguments can be used to externalize configuration  </a:t>
            </a:r>
          </a:p>
          <a:p>
            <a:pPr marL="914400" indent="-393192">
              <a:lnSpc>
                <a:spcPct val="90000"/>
              </a:lnSpc>
              <a:spcBef>
                <a:spcPts val="1000"/>
              </a:spcBef>
              <a:buSzPct val="100000"/>
            </a:pPr>
            <a:endParaRPr lang="en-US" sz="3500">
              <a:latin typeface="Calibri" pitchFamily="34" charset="0"/>
            </a:endParaRPr>
          </a:p>
          <a:p>
            <a:pPr marL="914400" indent="-393192">
              <a:lnSpc>
                <a:spcPct val="90000"/>
              </a:lnSpc>
              <a:spcBef>
                <a:spcPts val="1000"/>
              </a:spcBef>
              <a:buSzPct val="100000"/>
            </a:pPr>
            <a:r>
              <a:rPr lang="en-US" sz="3500" err="1">
                <a:latin typeface="Calibri" pitchFamily="34" charset="0"/>
              </a:rPr>
              <a:t>application.properties</a:t>
            </a:r>
            <a:r>
              <a:rPr lang="en-US" sz="3500">
                <a:latin typeface="Calibri" pitchFamily="34" charset="0"/>
              </a:rPr>
              <a:t> file (packaged in jar)</a:t>
            </a:r>
          </a:p>
          <a:p>
            <a:endParaRPr lang="en-US" sz="3500">
              <a:latin typeface="Calibri" pitchFamily="34" charset="0"/>
            </a:endParaRPr>
          </a:p>
          <a:p>
            <a:pPr indent="0">
              <a:buNone/>
            </a:pPr>
            <a:r>
              <a:rPr lang="en-US">
                <a:latin typeface="Calibri" pitchFamily="34" charset="0"/>
              </a:rPr>
              <a:t>	</a:t>
            </a:r>
          </a:p>
          <a:p>
            <a:pPr indent="0">
              <a:buNone/>
            </a:pPr>
            <a:endParaRPr lang="en-US">
              <a:latin typeface="Calibri" pitchFamily="34" charset="0"/>
            </a:endParaRPr>
          </a:p>
          <a:p>
            <a:pPr indent="0">
              <a:buNone/>
            </a:pPr>
            <a:r>
              <a:rPr lang="en-US">
                <a:latin typeface="Calibri" pitchFamily="34" charset="0"/>
              </a:rPr>
              <a:t>		</a:t>
            </a:r>
            <a:endParaRPr lang="en-US">
              <a:solidFill>
                <a:srgbClr val="FFFF00"/>
              </a:solidFill>
              <a:latin typeface="Calibri" pitchFamily="34" charset="0"/>
            </a:endParaRPr>
          </a:p>
          <a:p>
            <a:pPr indent="0">
              <a:buNone/>
            </a:pPr>
            <a:endParaRPr lang="en-US">
              <a:solidFill>
                <a:schemeClr val="bg1"/>
              </a:solidFill>
              <a:latin typeface="Calibri" pitchFamily="34" charset="0"/>
            </a:endParaRPr>
          </a:p>
          <a:p>
            <a:endParaRPr lang="en-US" sz="3000">
              <a:solidFill>
                <a:schemeClr val="bg1"/>
              </a:solidFill>
              <a:latin typeface="Calibri" pitchFamily="34" charset="0"/>
            </a:endParaRPr>
          </a:p>
        </p:txBody>
      </p:sp>
      <p:sp>
        <p:nvSpPr>
          <p:cNvPr id="7" name="TextBox 6"/>
          <p:cNvSpPr txBox="1"/>
          <p:nvPr/>
        </p:nvSpPr>
        <p:spPr>
          <a:xfrm>
            <a:off x="1383232" y="4443021"/>
            <a:ext cx="9425849" cy="1631216"/>
          </a:xfrm>
          <a:prstGeom prst="rect">
            <a:avLst/>
          </a:prstGeom>
          <a:solidFill>
            <a:schemeClr val="tx1"/>
          </a:solidFill>
        </p:spPr>
        <p:txBody>
          <a:bodyPr wrap="square" rtlCol="0">
            <a:spAutoFit/>
          </a:bodyPr>
          <a:lstStyle/>
          <a:p>
            <a:r>
              <a:rPr lang="en-US" sz="2500" err="1">
                <a:highlight>
                  <a:srgbClr val="FFFFFF"/>
                </a:highlight>
                <a:latin typeface="Courier New" panose="02070309020205020404" pitchFamily="49" charset="0"/>
              </a:rPr>
              <a:t>server.port</a:t>
            </a:r>
            <a:r>
              <a:rPr lang="en-US" sz="2500" b="1">
                <a:solidFill>
                  <a:srgbClr val="FF0000"/>
                </a:solidFill>
                <a:highlight>
                  <a:srgbClr val="FFFFFF"/>
                </a:highlight>
                <a:latin typeface="Courier New" panose="02070309020205020404" pitchFamily="49" charset="0"/>
              </a:rPr>
              <a:t>=</a:t>
            </a:r>
            <a:r>
              <a:rPr lang="en-US" sz="2500">
                <a:highlight>
                  <a:srgbClr val="FFFFFF"/>
                </a:highlight>
                <a:latin typeface="Courier New" panose="02070309020205020404" pitchFamily="49" charset="0"/>
              </a:rPr>
              <a:t>8080</a:t>
            </a:r>
          </a:p>
          <a:p>
            <a:r>
              <a:rPr lang="en-US" sz="2500" err="1">
                <a:highlight>
                  <a:srgbClr val="FFFFFF"/>
                </a:highlight>
                <a:latin typeface="Courier New" panose="02070309020205020404" pitchFamily="49" charset="0"/>
              </a:rPr>
              <a:t>server.contextPath</a:t>
            </a:r>
            <a:r>
              <a:rPr lang="en-US" sz="2500" b="1">
                <a:solidFill>
                  <a:srgbClr val="FF0000"/>
                </a:solidFill>
                <a:highlight>
                  <a:srgbClr val="FFFFFF"/>
                </a:highlight>
                <a:latin typeface="Courier New" panose="02070309020205020404" pitchFamily="49" charset="0"/>
              </a:rPr>
              <a:t>=</a:t>
            </a:r>
            <a:r>
              <a:rPr lang="en-US" sz="2500">
                <a:highlight>
                  <a:srgbClr val="FFFFFF"/>
                </a:highlight>
                <a:latin typeface="Courier New" panose="02070309020205020404" pitchFamily="49" charset="0"/>
              </a:rPr>
              <a:t>/application-context-path</a:t>
            </a:r>
          </a:p>
          <a:p>
            <a:r>
              <a:rPr lang="en-US" sz="2500" err="1">
                <a:highlight>
                  <a:srgbClr val="FFFFFF"/>
                </a:highlight>
                <a:latin typeface="Courier New" panose="02070309020205020404" pitchFamily="49" charset="0"/>
              </a:rPr>
              <a:t>endpoints.enabled</a:t>
            </a:r>
            <a:r>
              <a:rPr lang="en-US" sz="2500" b="1">
                <a:solidFill>
                  <a:srgbClr val="FF0000"/>
                </a:solidFill>
                <a:highlight>
                  <a:srgbClr val="FFFFFF"/>
                </a:highlight>
                <a:latin typeface="Courier New" panose="02070309020205020404" pitchFamily="49" charset="0"/>
              </a:rPr>
              <a:t>=</a:t>
            </a:r>
            <a:r>
              <a:rPr lang="en-US" sz="2500">
                <a:highlight>
                  <a:srgbClr val="FFFFFF"/>
                </a:highlight>
                <a:latin typeface="Courier New" panose="02070309020205020404" pitchFamily="49" charset="0"/>
              </a:rPr>
              <a:t>false</a:t>
            </a:r>
          </a:p>
          <a:p>
            <a:r>
              <a:rPr lang="en-US" sz="2500" err="1">
                <a:highlight>
                  <a:srgbClr val="FFFFFF"/>
                </a:highlight>
                <a:latin typeface="Courier New" panose="02070309020205020404" pitchFamily="49" charset="0"/>
              </a:rPr>
              <a:t>endpoints.info.enabled</a:t>
            </a:r>
            <a:r>
              <a:rPr lang="en-US" sz="2500" b="1">
                <a:solidFill>
                  <a:srgbClr val="FF0000"/>
                </a:solidFill>
                <a:highlight>
                  <a:srgbClr val="FFFFFF"/>
                </a:highlight>
                <a:latin typeface="Courier New" panose="02070309020205020404" pitchFamily="49" charset="0"/>
              </a:rPr>
              <a:t>=</a:t>
            </a:r>
            <a:r>
              <a:rPr lang="en-US" sz="2500">
                <a:highlight>
                  <a:srgbClr val="FFFFFF"/>
                </a:highlight>
                <a:latin typeface="Courier New" panose="02070309020205020404" pitchFamily="49" charset="0"/>
              </a:rPr>
              <a:t>true</a:t>
            </a:r>
            <a:endParaRPr lang="en-US" sz="2500"/>
          </a:p>
        </p:txBody>
      </p:sp>
    </p:spTree>
    <p:extLst>
      <p:ext uri="{BB962C8B-B14F-4D97-AF65-F5344CB8AC3E}">
        <p14:creationId xmlns:p14="http://schemas.microsoft.com/office/powerpoint/2010/main" val="2533437411"/>
      </p:ext>
    </p:extLst>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916" y="517880"/>
            <a:ext cx="9905999" cy="1478570"/>
          </a:xfrm>
        </p:spPr>
        <p:txBody>
          <a:bodyPr>
            <a:normAutofit/>
          </a:bodyPr>
          <a:lstStyle/>
          <a:p>
            <a:r>
              <a:rPr lang="en-US" sz="5400" cap="none" dirty="0">
                <a:latin typeface="Calibri" pitchFamily="34" charset="0"/>
              </a:rPr>
              <a:t>Externalized Configuration</a:t>
            </a:r>
            <a:endParaRPr lang="en-US" sz="5400" dirty="0">
              <a:latin typeface="Calibri" pitchFamily="34" charset="0"/>
            </a:endParaRPr>
          </a:p>
        </p:txBody>
      </p:sp>
      <p:sp>
        <p:nvSpPr>
          <p:cNvPr id="3" name="Text Placeholder 2"/>
          <p:cNvSpPr>
            <a:spLocks noGrp="1"/>
          </p:cNvSpPr>
          <p:nvPr>
            <p:ph idx="1"/>
          </p:nvPr>
        </p:nvSpPr>
        <p:spPr>
          <a:xfrm>
            <a:off x="1103916" y="771170"/>
            <a:ext cx="10233899" cy="4351199"/>
          </a:xfrm>
        </p:spPr>
        <p:txBody>
          <a:bodyPr>
            <a:normAutofit/>
          </a:bodyPr>
          <a:lstStyle/>
          <a:p>
            <a:pPr indent="0">
              <a:buNone/>
            </a:pPr>
            <a:endParaRPr lang="en-US" dirty="0">
              <a:latin typeface="Calibri" pitchFamily="34" charset="0"/>
            </a:endParaRPr>
          </a:p>
          <a:p>
            <a:pPr indent="0">
              <a:buNone/>
            </a:pPr>
            <a:r>
              <a:rPr lang="en-US" dirty="0">
                <a:latin typeface="Calibri" pitchFamily="34" charset="0"/>
              </a:rPr>
              <a:t>	</a:t>
            </a:r>
            <a:endParaRPr lang="en-US" sz="4000" dirty="0">
              <a:latin typeface="Calibri" pitchFamily="34" charset="0"/>
            </a:endParaRPr>
          </a:p>
          <a:p>
            <a:pPr>
              <a:lnSpc>
                <a:spcPct val="100000"/>
              </a:lnSpc>
              <a:buSzPct val="100000"/>
            </a:pPr>
            <a:r>
              <a:rPr lang="en-US" sz="4000" dirty="0">
                <a:latin typeface="Calibri" pitchFamily="34" charset="0"/>
              </a:rPr>
              <a:t>  Override bundled configuration (when launching Java process )</a:t>
            </a:r>
            <a:r>
              <a:rPr lang="en-US" dirty="0">
                <a:latin typeface="Calibri" pitchFamily="34" charset="0"/>
              </a:rPr>
              <a:t>	</a:t>
            </a:r>
            <a:endParaRPr lang="en-US" dirty="0">
              <a:solidFill>
                <a:srgbClr val="FFFF00"/>
              </a:solidFill>
              <a:latin typeface="Calibri" pitchFamily="34" charset="0"/>
            </a:endParaRPr>
          </a:p>
          <a:p>
            <a:pPr>
              <a:buNone/>
            </a:pPr>
            <a:endParaRPr lang="en-US" sz="3000" dirty="0">
              <a:solidFill>
                <a:schemeClr val="bg1"/>
              </a:solidFill>
              <a:latin typeface="Calibri" pitchFamily="34" charset="0"/>
            </a:endParaRPr>
          </a:p>
          <a:p>
            <a:pPr>
              <a:buClr>
                <a:schemeClr val="tx1"/>
              </a:buClr>
              <a:buSzPct val="100000"/>
            </a:pPr>
            <a:r>
              <a:rPr lang="en-US" sz="4000" dirty="0">
                <a:solidFill>
                  <a:schemeClr val="bg1"/>
                </a:solidFill>
                <a:latin typeface="Calibri" pitchFamily="34" charset="0"/>
              </a:rPr>
              <a:t>  </a:t>
            </a:r>
            <a:r>
              <a:rPr lang="en-US" sz="4000" dirty="0">
                <a:latin typeface="Calibri" pitchFamily="34" charset="0"/>
              </a:rPr>
              <a:t>Externalized</a:t>
            </a:r>
            <a:r>
              <a:rPr lang="en-US" sz="3000" dirty="0">
                <a:solidFill>
                  <a:schemeClr val="bg1"/>
                </a:solidFill>
                <a:latin typeface="Calibri" pitchFamily="34" charset="0"/>
              </a:rPr>
              <a:t> </a:t>
            </a:r>
            <a:r>
              <a:rPr lang="en-US" sz="4000" dirty="0" err="1">
                <a:solidFill>
                  <a:srgbClr val="FFFF00"/>
                </a:solidFill>
                <a:latin typeface="Calibri" pitchFamily="34" charset="0"/>
              </a:rPr>
              <a:t>application.properties</a:t>
            </a:r>
            <a:r>
              <a:rPr lang="en-US" sz="4000">
                <a:solidFill>
                  <a:schemeClr val="bg1"/>
                </a:solidFill>
                <a:latin typeface="Calibri" pitchFamily="34" charset="0"/>
              </a:rPr>
              <a:t> </a:t>
            </a:r>
            <a:r>
              <a:rPr lang="en-US" sz="4000">
                <a:latin typeface="Calibri" pitchFamily="34" charset="0"/>
              </a:rPr>
              <a:t>file</a:t>
            </a:r>
          </a:p>
        </p:txBody>
      </p:sp>
      <p:sp>
        <p:nvSpPr>
          <p:cNvPr id="8" name="TextBox 7"/>
          <p:cNvSpPr txBox="1"/>
          <p:nvPr/>
        </p:nvSpPr>
        <p:spPr>
          <a:xfrm>
            <a:off x="622972" y="3330914"/>
            <a:ext cx="11125937" cy="477054"/>
          </a:xfrm>
          <a:prstGeom prst="rect">
            <a:avLst/>
          </a:prstGeom>
          <a:solidFill>
            <a:schemeClr val="tx1"/>
          </a:solidFill>
        </p:spPr>
        <p:txBody>
          <a:bodyPr wrap="square" rtlCol="0">
            <a:spAutoFit/>
          </a:bodyPr>
          <a:lstStyle/>
          <a:p>
            <a:r>
              <a:rPr lang="en-US" sz="2500">
                <a:highlight>
                  <a:srgbClr val="FFFFFF"/>
                </a:highlight>
                <a:latin typeface="Courier New" panose="02070309020205020404" pitchFamily="49" charset="0"/>
              </a:rPr>
              <a:t>--</a:t>
            </a:r>
            <a:r>
              <a:rPr lang="en-US" sz="2500" err="1">
                <a:highlight>
                  <a:srgbClr val="FFFFFF"/>
                </a:highlight>
                <a:latin typeface="Courier New" panose="02070309020205020404" pitchFamily="49" charset="0"/>
              </a:rPr>
              <a:t>spring.config.location</a:t>
            </a:r>
            <a:r>
              <a:rPr lang="en-US" sz="2500" b="1">
                <a:solidFill>
                  <a:srgbClr val="FF0000"/>
                </a:solidFill>
                <a:highlight>
                  <a:srgbClr val="FFFFFF"/>
                </a:highlight>
                <a:latin typeface="Courier New" panose="02070309020205020404" pitchFamily="49" charset="0"/>
              </a:rPr>
              <a:t>=</a:t>
            </a:r>
            <a:r>
              <a:rPr lang="en-US" sz="2500">
                <a:highlight>
                  <a:srgbClr val="FFFFFF"/>
                </a:highlight>
                <a:latin typeface="Courier New" panose="02070309020205020404" pitchFamily="49" charset="0"/>
              </a:rPr>
              <a:t>/</a:t>
            </a:r>
            <a:r>
              <a:rPr lang="en-US" sz="2500" err="1">
                <a:highlight>
                  <a:srgbClr val="FFFFFF"/>
                </a:highlight>
                <a:latin typeface="Courier New" panose="02070309020205020404" pitchFamily="49" charset="0"/>
              </a:rPr>
              <a:t>etc</a:t>
            </a:r>
            <a:r>
              <a:rPr lang="en-US" sz="2500">
                <a:highlight>
                  <a:srgbClr val="FFFFFF"/>
                </a:highlight>
                <a:latin typeface="Courier New" panose="02070309020205020404" pitchFamily="49" charset="0"/>
              </a:rPr>
              <a:t>/user/</a:t>
            </a:r>
            <a:r>
              <a:rPr lang="en-US" sz="2500" err="1">
                <a:highlight>
                  <a:srgbClr val="FFFFFF"/>
                </a:highlight>
                <a:latin typeface="Courier New" panose="02070309020205020404" pitchFamily="49" charset="0"/>
              </a:rPr>
              <a:t>application.properties</a:t>
            </a:r>
            <a:r>
              <a:rPr lang="en-US" sz="2500">
                <a:highlight>
                  <a:srgbClr val="FFFFFF"/>
                </a:highlight>
                <a:latin typeface="Courier New" panose="02070309020205020404" pitchFamily="49" charset="0"/>
              </a:rPr>
              <a:t> </a:t>
            </a:r>
            <a:endParaRPr lang="en-US" sz="2500"/>
          </a:p>
        </p:txBody>
      </p:sp>
      <p:sp>
        <p:nvSpPr>
          <p:cNvPr id="5" name="TextBox 4"/>
          <p:cNvSpPr txBox="1"/>
          <p:nvPr/>
        </p:nvSpPr>
        <p:spPr>
          <a:xfrm>
            <a:off x="622972" y="4957586"/>
            <a:ext cx="11140004" cy="1292662"/>
          </a:xfrm>
          <a:prstGeom prst="rect">
            <a:avLst/>
          </a:prstGeom>
          <a:solidFill>
            <a:schemeClr val="tx1"/>
          </a:solidFill>
        </p:spPr>
        <p:txBody>
          <a:bodyPr wrap="square" rtlCol="0">
            <a:spAutoFit/>
          </a:bodyPr>
          <a:lstStyle/>
          <a:p>
            <a:r>
              <a:rPr lang="en-US" sz="2600" err="1">
                <a:highlight>
                  <a:srgbClr val="FFFFFF"/>
                </a:highlight>
                <a:latin typeface="Courier New" panose="02070309020205020404" pitchFamily="49" charset="0"/>
              </a:rPr>
              <a:t>server.port</a:t>
            </a:r>
            <a:r>
              <a:rPr lang="en-US" sz="2600" b="1">
                <a:solidFill>
                  <a:srgbClr val="FF0000"/>
                </a:solidFill>
                <a:highlight>
                  <a:srgbClr val="FFFFFF"/>
                </a:highlight>
                <a:latin typeface="Courier New" panose="02070309020205020404" pitchFamily="49" charset="0"/>
              </a:rPr>
              <a:t>=</a:t>
            </a:r>
            <a:r>
              <a:rPr lang="en-US" sz="2600">
                <a:highlight>
                  <a:srgbClr val="FFFFFF"/>
                </a:highlight>
                <a:latin typeface="Courier New" panose="02070309020205020404" pitchFamily="49" charset="0"/>
              </a:rPr>
              <a:t>8181</a:t>
            </a:r>
          </a:p>
          <a:p>
            <a:r>
              <a:rPr lang="en-US" sz="2600" err="1">
                <a:highlight>
                  <a:srgbClr val="FFFFFF"/>
                </a:highlight>
                <a:latin typeface="Courier New" panose="02070309020205020404" pitchFamily="49" charset="0"/>
              </a:rPr>
              <a:t>server.contextPath</a:t>
            </a:r>
            <a:r>
              <a:rPr lang="en-US" sz="2600" b="1">
                <a:solidFill>
                  <a:srgbClr val="FF0000"/>
                </a:solidFill>
                <a:highlight>
                  <a:srgbClr val="FFFFFF"/>
                </a:highlight>
                <a:latin typeface="Courier New" panose="02070309020205020404" pitchFamily="49" charset="0"/>
              </a:rPr>
              <a:t>=</a:t>
            </a:r>
            <a:r>
              <a:rPr lang="en-US" sz="2600">
                <a:highlight>
                  <a:srgbClr val="FFFFFF"/>
                </a:highlight>
                <a:latin typeface="Courier New" panose="02070309020205020404" pitchFamily="49" charset="0"/>
              </a:rPr>
              <a:t>/overridden-context-path</a:t>
            </a:r>
          </a:p>
          <a:p>
            <a:r>
              <a:rPr lang="en-US" sz="2600" err="1">
                <a:highlight>
                  <a:srgbClr val="FFFFFF"/>
                </a:highlight>
                <a:latin typeface="Courier New" panose="02070309020205020404" pitchFamily="49" charset="0"/>
              </a:rPr>
              <a:t>endpoints.enabled</a:t>
            </a:r>
            <a:r>
              <a:rPr lang="en-US" sz="2600" b="1">
                <a:solidFill>
                  <a:srgbClr val="FF0000"/>
                </a:solidFill>
                <a:highlight>
                  <a:srgbClr val="FFFFFF"/>
                </a:highlight>
                <a:latin typeface="Courier New" panose="02070309020205020404" pitchFamily="49" charset="0"/>
              </a:rPr>
              <a:t>=</a:t>
            </a:r>
            <a:r>
              <a:rPr lang="en-US" sz="2600">
                <a:highlight>
                  <a:srgbClr val="FFFFFF"/>
                </a:highlight>
                <a:latin typeface="Courier New" panose="02070309020205020404" pitchFamily="49" charset="0"/>
              </a:rPr>
              <a:t>true</a:t>
            </a:r>
          </a:p>
        </p:txBody>
      </p:sp>
    </p:spTree>
    <p:extLst>
      <p:ext uri="{BB962C8B-B14F-4D97-AF65-F5344CB8AC3E}">
        <p14:creationId xmlns:p14="http://schemas.microsoft.com/office/powerpoint/2010/main" val="299774504"/>
      </p:ext>
    </p:extLst>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Shape 242"/>
          <p:cNvSpPr txBox="1">
            <a:spLocks noGrp="1"/>
          </p:cNvSpPr>
          <p:nvPr>
            <p:ph type="title"/>
          </p:nvPr>
        </p:nvSpPr>
        <p:spPr>
          <a:xfrm>
            <a:off x="1221314" y="518615"/>
            <a:ext cx="9905999" cy="147857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spcAft>
                <a:spcPts val="0"/>
              </a:spcAft>
              <a:buClr>
                <a:srgbClr val="EDEDED"/>
              </a:buClr>
              <a:buSzPct val="25000"/>
              <a:buFont typeface="Calibri"/>
              <a:buNone/>
            </a:pPr>
            <a:r>
              <a:rPr lang="en-US" sz="5400" b="0" i="0" u="none" strike="noStrike" cap="none">
                <a:solidFill>
                  <a:srgbClr val="EDEDED"/>
                </a:solidFill>
                <a:latin typeface="Calibri"/>
                <a:ea typeface="Calibri"/>
                <a:cs typeface="Calibri"/>
                <a:sym typeface="Calibri"/>
              </a:rPr>
              <a:t>Goals</a:t>
            </a:r>
          </a:p>
        </p:txBody>
      </p:sp>
      <p:sp>
        <p:nvSpPr>
          <p:cNvPr id="243" name="Shape 243"/>
          <p:cNvSpPr txBox="1">
            <a:spLocks noGrp="1"/>
          </p:cNvSpPr>
          <p:nvPr>
            <p:ph idx="1"/>
          </p:nvPr>
        </p:nvSpPr>
        <p:spPr>
          <a:xfrm>
            <a:off x="1262257" y="1836213"/>
            <a:ext cx="9905999" cy="3541714"/>
          </a:xfrm>
          <a:prstGeom prst="rect">
            <a:avLst/>
          </a:prstGeom>
          <a:noFill/>
          <a:ln>
            <a:noFill/>
          </a:ln>
        </p:spPr>
        <p:txBody>
          <a:bodyPr lIns="91425" tIns="45700" rIns="91425" bIns="45700" anchor="t" anchorCtr="0">
            <a:noAutofit/>
          </a:bodyPr>
          <a:lstStyle/>
          <a:p>
            <a:pPr marL="228600" marR="0" lvl="0" indent="-228600" algn="l" rtl="0">
              <a:lnSpc>
                <a:spcPct val="70000"/>
              </a:lnSpc>
              <a:spcBef>
                <a:spcPts val="0"/>
              </a:spcBef>
              <a:spcAft>
                <a:spcPts val="0"/>
              </a:spcAft>
              <a:buClr>
                <a:srgbClr val="EDEDED"/>
              </a:buClr>
              <a:buSzPct val="100000"/>
              <a:buFont typeface="Arial"/>
              <a:buChar char="•"/>
            </a:pPr>
            <a:r>
              <a:rPr lang="en-US" sz="3000" b="0" i="0" u="none" strike="noStrike" cap="none">
                <a:solidFill>
                  <a:srgbClr val="EDEDED"/>
                </a:solidFill>
                <a:latin typeface="Calibri"/>
                <a:ea typeface="Calibri"/>
                <a:cs typeface="Calibri"/>
                <a:sym typeface="Calibri"/>
              </a:rPr>
              <a:t>Provide a tool for getting started very quickly with Spring</a:t>
            </a:r>
          </a:p>
          <a:p>
            <a:pPr marL="0" marR="0" lvl="0" indent="0" algn="l" rtl="0">
              <a:lnSpc>
                <a:spcPct val="70000"/>
              </a:lnSpc>
              <a:spcBef>
                <a:spcPts val="1000"/>
              </a:spcBef>
              <a:spcAft>
                <a:spcPts val="0"/>
              </a:spcAft>
              <a:buClr>
                <a:srgbClr val="EDEDED"/>
              </a:buClr>
              <a:buSzPct val="25000"/>
              <a:buFont typeface="Arial"/>
              <a:buNone/>
            </a:pPr>
            <a:endParaRPr sz="3000" b="0" i="0" u="none" strike="noStrike" cap="none">
              <a:solidFill>
                <a:srgbClr val="EDEDED"/>
              </a:solidFill>
              <a:latin typeface="Calibri"/>
              <a:ea typeface="Calibri"/>
              <a:cs typeface="Calibri"/>
              <a:sym typeface="Calibri"/>
            </a:endParaRPr>
          </a:p>
          <a:p>
            <a:pPr>
              <a:lnSpc>
                <a:spcPct val="70000"/>
              </a:lnSpc>
              <a:buClr>
                <a:srgbClr val="EDEDED"/>
              </a:buClr>
              <a:buSzPct val="100000"/>
              <a:buFont typeface="Arial"/>
              <a:buChar char="•"/>
            </a:pPr>
            <a:r>
              <a:rPr lang="en-US" sz="3200" b="0" i="0" u="none" strike="noStrike" cap="none">
                <a:solidFill>
                  <a:srgbClr val="EDEDED"/>
                </a:solidFill>
                <a:latin typeface="Calibri" pitchFamily="34" charset="0"/>
                <a:ea typeface="Calibri"/>
                <a:cs typeface="Calibri"/>
                <a:sym typeface="Calibri"/>
              </a:rPr>
              <a:t>Mọi thứ được cấu hình một cách tự động</a:t>
            </a:r>
            <a:r>
              <a:rPr lang="en-US" sz="3000" b="0" i="0" u="none" strike="noStrike" cap="none">
                <a:solidFill>
                  <a:srgbClr val="EDEDED"/>
                </a:solidFill>
                <a:latin typeface="Calibri"/>
                <a:ea typeface="Calibri"/>
                <a:cs typeface="Calibri"/>
                <a:sym typeface="Calibri"/>
              </a:rPr>
              <a:t>.</a:t>
            </a:r>
          </a:p>
          <a:p>
            <a:pPr marL="0" marR="0" lvl="0" indent="0" algn="l" rtl="0">
              <a:lnSpc>
                <a:spcPct val="70000"/>
              </a:lnSpc>
              <a:spcBef>
                <a:spcPts val="1000"/>
              </a:spcBef>
              <a:spcAft>
                <a:spcPts val="0"/>
              </a:spcAft>
              <a:buClr>
                <a:srgbClr val="EDEDED"/>
              </a:buClr>
              <a:buSzPct val="25000"/>
              <a:buFont typeface="Arial"/>
              <a:buNone/>
            </a:pPr>
            <a:endParaRPr sz="30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100000"/>
              <a:buFont typeface="Arial"/>
              <a:buChar char="•"/>
            </a:pPr>
            <a:r>
              <a:rPr lang="en-US" sz="3000" b="0" i="0" u="none" strike="noStrike" cap="none">
                <a:solidFill>
                  <a:srgbClr val="EDEDED"/>
                </a:solidFill>
                <a:latin typeface="Calibri"/>
                <a:ea typeface="Calibri"/>
                <a:cs typeface="Calibri"/>
                <a:sym typeface="Calibri"/>
              </a:rPr>
              <a:t>Cung cấp một loạt các tính năng phi chức năng phổ biến cho các loại dự án lớn (embedded servers, security, metrics, health checks, externalized configuration).</a:t>
            </a:r>
          </a:p>
          <a:p>
            <a:pPr marL="228600" marR="0" lvl="0" indent="-228600" algn="l" rtl="0">
              <a:lnSpc>
                <a:spcPct val="70000"/>
              </a:lnSpc>
              <a:spcBef>
                <a:spcPts val="1000"/>
              </a:spcBef>
              <a:spcAft>
                <a:spcPts val="0"/>
              </a:spcAft>
              <a:buClr>
                <a:srgbClr val="EDEDED"/>
              </a:buClr>
              <a:buSzPct val="100000"/>
              <a:buFont typeface="Arial"/>
              <a:buNone/>
            </a:pPr>
            <a:endParaRPr sz="3000" b="1" i="0" u="none" strike="noStrike" cap="none">
              <a:solidFill>
                <a:srgbClr val="FF0000"/>
              </a:solidFill>
              <a:latin typeface="Calibri"/>
              <a:ea typeface="Calibri"/>
              <a:cs typeface="Calibri"/>
              <a:sym typeface="Calibri"/>
            </a:endParaRPr>
          </a:p>
          <a:p>
            <a:pPr marL="228600" marR="0" lvl="0" indent="-228600" algn="l" rtl="0">
              <a:lnSpc>
                <a:spcPct val="70000"/>
              </a:lnSpc>
              <a:spcBef>
                <a:spcPts val="1000"/>
              </a:spcBef>
              <a:spcAft>
                <a:spcPts val="0"/>
              </a:spcAft>
              <a:buClr>
                <a:srgbClr val="FFFF00"/>
              </a:buClr>
              <a:buSzPct val="100000"/>
              <a:buFont typeface="Arial"/>
              <a:buChar char="•"/>
            </a:pPr>
            <a:r>
              <a:rPr lang="en-US" sz="3300" b="1" i="0" u="none" strike="noStrike" cap="none">
                <a:solidFill>
                  <a:srgbClr val="FFFF00"/>
                </a:solidFill>
                <a:latin typeface="Calibri"/>
                <a:ea typeface="Calibri"/>
                <a:cs typeface="Calibri"/>
                <a:sym typeface="Calibri"/>
              </a:rPr>
              <a:t>Tránh cấu hình XML một cách phức tạp.</a:t>
            </a:r>
          </a:p>
          <a:p>
            <a:pPr marL="228600" marR="0" lvl="0" indent="-228600" algn="l" rtl="0">
              <a:lnSpc>
                <a:spcPct val="70000"/>
              </a:lnSpc>
              <a:spcBef>
                <a:spcPts val="1000"/>
              </a:spcBef>
              <a:spcAft>
                <a:spcPts val="0"/>
              </a:spcAft>
              <a:buClr>
                <a:srgbClr val="EDEDED"/>
              </a:buClr>
              <a:buSzPct val="25000"/>
              <a:buFont typeface="Arial"/>
              <a:buNone/>
            </a:pPr>
            <a:endParaRPr sz="3000" b="0" i="0" u="none" strike="noStrike" cap="none">
              <a:solidFill>
                <a:srgbClr val="EDEDED"/>
              </a:solidFill>
              <a:latin typeface="Calibri"/>
              <a:ea typeface="Calibri"/>
              <a:cs typeface="Calibri"/>
              <a:sym typeface="Calibri"/>
            </a:endParaRPr>
          </a:p>
          <a:p>
            <a:pPr marL="228600" marR="0" lvl="0" indent="-228600" algn="l" rtl="0">
              <a:lnSpc>
                <a:spcPct val="70000"/>
              </a:lnSpc>
              <a:spcBef>
                <a:spcPts val="1000"/>
              </a:spcBef>
              <a:spcAft>
                <a:spcPts val="0"/>
              </a:spcAft>
              <a:buClr>
                <a:srgbClr val="EDEDED"/>
              </a:buClr>
              <a:buSzPct val="25000"/>
              <a:buFont typeface="Arial"/>
              <a:buNone/>
            </a:pPr>
            <a:endParaRPr sz="3000" b="1" i="0" u="none" strike="noStrike" cap="none">
              <a:solidFill>
                <a:srgbClr val="FFFFFF"/>
              </a:solidFill>
              <a:latin typeface="Calibri"/>
              <a:ea typeface="Calibri"/>
              <a:cs typeface="Calibri"/>
              <a:sym typeface="Calibri"/>
            </a:endParaRPr>
          </a:p>
        </p:txBody>
      </p:sp>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idx="1"/>
          </p:nvPr>
        </p:nvSpPr>
        <p:spPr>
          <a:xfrm>
            <a:off x="1261622" y="376433"/>
            <a:ext cx="11896077" cy="5339956"/>
          </a:xfrm>
          <a:prstGeom prst="rect">
            <a:avLst/>
          </a:prstGeom>
          <a:noFill/>
          <a:ln>
            <a:noFill/>
          </a:ln>
        </p:spPr>
        <p:txBody>
          <a:bodyPr lIns="91425" tIns="45700" rIns="91425" bIns="45700" anchor="t" anchorCtr="0">
            <a:noAutofit/>
          </a:bodyPr>
          <a:lstStyle/>
          <a:p>
            <a:pPr marL="457200" marR="0" lvl="0" indent="-393700" algn="l" rtl="0">
              <a:lnSpc>
                <a:spcPct val="80000"/>
              </a:lnSpc>
              <a:spcBef>
                <a:spcPts val="0"/>
              </a:spcBef>
              <a:spcAft>
                <a:spcPts val="0"/>
              </a:spcAft>
              <a:buClr>
                <a:srgbClr val="EDEDED"/>
              </a:buClr>
              <a:buSzPct val="100000"/>
              <a:buFont typeface="Arial"/>
              <a:buChar char="•"/>
            </a:pPr>
            <a:r>
              <a:rPr lang="en-US" sz="2800">
                <a:latin typeface="Calibri" pitchFamily="34" charset="0"/>
              </a:rPr>
              <a:t>Servlets from web.xml translated into Spring Boot Configuration</a:t>
            </a:r>
          </a:p>
        </p:txBody>
      </p:sp>
      <p:sp>
        <p:nvSpPr>
          <p:cNvPr id="4" name="TextBox 3"/>
          <p:cNvSpPr txBox="1"/>
          <p:nvPr/>
        </p:nvSpPr>
        <p:spPr>
          <a:xfrm>
            <a:off x="551939" y="990126"/>
            <a:ext cx="10935765" cy="2862322"/>
          </a:xfrm>
          <a:prstGeom prst="rect">
            <a:avLst/>
          </a:prstGeom>
          <a:solidFill>
            <a:schemeClr val="tx1"/>
          </a:solidFill>
        </p:spPr>
        <p:txBody>
          <a:bodyPr wrap="square" rtlCol="0">
            <a:spAutoFit/>
          </a:bodyPr>
          <a:lstStyle/>
          <a:p>
            <a:r>
              <a:rPr lang="en-US" sz="2000">
                <a:solidFill>
                  <a:srgbClr val="0000FF"/>
                </a:solidFill>
                <a:highlight>
                  <a:srgbClr val="FFFFFF"/>
                </a:highlight>
                <a:latin typeface="Courier New" panose="02070309020205020404" pitchFamily="49" charset="0"/>
              </a:rPr>
              <a:t>&lt;servlet&gt;</a:t>
            </a:r>
            <a:r>
              <a:rPr lang="en-US" sz="2000" b="1">
                <a:highlight>
                  <a:srgbClr val="FFFFFF"/>
                </a:highlight>
                <a:latin typeface="Courier New" panose="02070309020205020404" pitchFamily="49" charset="0"/>
              </a:rPr>
              <a:t>	</a:t>
            </a:r>
          </a:p>
          <a:p>
            <a:r>
              <a:rPr lang="en-US" sz="2000" b="1">
                <a:solidFill>
                  <a:srgbClr val="0000FF"/>
                </a:solidFill>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&lt;servlet-name&gt;</a:t>
            </a:r>
            <a:r>
              <a:rPr lang="en-US" sz="2000" b="1">
                <a:highlight>
                  <a:srgbClr val="FFFFFF"/>
                </a:highlight>
                <a:latin typeface="Courier New" panose="02070309020205020404" pitchFamily="49" charset="0"/>
              </a:rPr>
              <a:t>Faces Servlet</a:t>
            </a:r>
            <a:r>
              <a:rPr lang="en-US" sz="2000">
                <a:solidFill>
                  <a:srgbClr val="0000FF"/>
                </a:solidFill>
                <a:highlight>
                  <a:srgbClr val="FFFFFF"/>
                </a:highlight>
                <a:latin typeface="Courier New" panose="02070309020205020404" pitchFamily="49" charset="0"/>
              </a:rPr>
              <a:t>&lt;/servlet-name&gt;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&lt;servlet-class&gt;</a:t>
            </a:r>
            <a:r>
              <a:rPr lang="en-US" sz="2000" b="1" err="1">
                <a:highlight>
                  <a:srgbClr val="FFFFFF"/>
                </a:highlight>
                <a:latin typeface="Courier New" panose="02070309020205020404" pitchFamily="49" charset="0"/>
              </a:rPr>
              <a:t>javax.faces.webapp.FacesServlet</a:t>
            </a:r>
            <a:r>
              <a:rPr lang="en-US" sz="2000">
                <a:solidFill>
                  <a:srgbClr val="0000FF"/>
                </a:solidFill>
                <a:highlight>
                  <a:srgbClr val="FFFFFF"/>
                </a:highlight>
                <a:latin typeface="Courier New" panose="02070309020205020404" pitchFamily="49" charset="0"/>
              </a:rPr>
              <a:t>&lt;/servlet-class&gt;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&lt;load-on-startup&gt;</a:t>
            </a:r>
            <a:r>
              <a:rPr lang="en-US" sz="2000" b="1">
                <a:highlight>
                  <a:srgbClr val="FFFFFF"/>
                </a:highlight>
                <a:latin typeface="Courier New" panose="02070309020205020404" pitchFamily="49" charset="0"/>
              </a:rPr>
              <a:t>1</a:t>
            </a:r>
            <a:r>
              <a:rPr lang="en-US" sz="2000">
                <a:solidFill>
                  <a:srgbClr val="0000FF"/>
                </a:solidFill>
                <a:highlight>
                  <a:srgbClr val="FFFFFF"/>
                </a:highlight>
                <a:latin typeface="Courier New" panose="02070309020205020404" pitchFamily="49" charset="0"/>
              </a:rPr>
              <a:t>&lt;/load-on-startup&gt;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&lt;/servlet&gt;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&lt;servlet-mapping&gt;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&lt;servlet-name&gt;</a:t>
            </a:r>
            <a:r>
              <a:rPr lang="en-US" sz="2000" b="1">
                <a:highlight>
                  <a:srgbClr val="FFFFFF"/>
                </a:highlight>
                <a:latin typeface="Courier New" panose="02070309020205020404" pitchFamily="49" charset="0"/>
              </a:rPr>
              <a:t>Faces Servlet</a:t>
            </a:r>
            <a:r>
              <a:rPr lang="en-US" sz="2000">
                <a:solidFill>
                  <a:srgbClr val="0000FF"/>
                </a:solidFill>
                <a:highlight>
                  <a:srgbClr val="FFFFFF"/>
                </a:highlight>
                <a:latin typeface="Courier New" panose="02070309020205020404" pitchFamily="49" charset="0"/>
              </a:rPr>
              <a:t>&lt;/servlet-name&gt;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a:t>
            </a:r>
            <a:r>
              <a:rPr lang="en-US" sz="2000" err="1">
                <a:solidFill>
                  <a:srgbClr val="0000FF"/>
                </a:solidFill>
                <a:highlight>
                  <a:srgbClr val="FFFFFF"/>
                </a:highlight>
                <a:latin typeface="Courier New" panose="02070309020205020404" pitchFamily="49" charset="0"/>
              </a:rPr>
              <a:t>url</a:t>
            </a:r>
            <a:r>
              <a:rPr lang="en-US" sz="2000">
                <a:solidFill>
                  <a:srgbClr val="0000FF"/>
                </a:solidFill>
                <a:highlight>
                  <a:srgbClr val="FFFFFF"/>
                </a:highlight>
                <a:latin typeface="Courier New" panose="02070309020205020404" pitchFamily="49" charset="0"/>
              </a:rPr>
              <a:t>-pattern&gt;</a:t>
            </a:r>
            <a:r>
              <a:rPr lang="en-US" sz="2000" b="1">
                <a:highlight>
                  <a:srgbClr val="FFFFFF"/>
                </a:highlight>
                <a:latin typeface="Courier New" panose="02070309020205020404" pitchFamily="49" charset="0"/>
              </a:rPr>
              <a:t>*.</a:t>
            </a:r>
            <a:r>
              <a:rPr lang="en-US" sz="2000" b="1" err="1">
                <a:highlight>
                  <a:srgbClr val="FFFFFF"/>
                </a:highlight>
                <a:latin typeface="Courier New" panose="02070309020205020404" pitchFamily="49" charset="0"/>
              </a:rPr>
              <a:t>jsf</a:t>
            </a:r>
            <a:r>
              <a:rPr lang="en-US" sz="2000">
                <a:solidFill>
                  <a:srgbClr val="0000FF"/>
                </a:solidFill>
                <a:highlight>
                  <a:srgbClr val="FFFFFF"/>
                </a:highlight>
                <a:latin typeface="Courier New" panose="02070309020205020404" pitchFamily="49" charset="0"/>
              </a:rPr>
              <a:t>&lt;/</a:t>
            </a:r>
            <a:r>
              <a:rPr lang="en-US" sz="2000" err="1">
                <a:solidFill>
                  <a:srgbClr val="0000FF"/>
                </a:solidFill>
                <a:highlight>
                  <a:srgbClr val="FFFFFF"/>
                </a:highlight>
                <a:latin typeface="Courier New" panose="02070309020205020404" pitchFamily="49" charset="0"/>
              </a:rPr>
              <a:t>url</a:t>
            </a:r>
            <a:r>
              <a:rPr lang="en-US" sz="2000">
                <a:solidFill>
                  <a:srgbClr val="0000FF"/>
                </a:solidFill>
                <a:highlight>
                  <a:srgbClr val="FFFFFF"/>
                </a:highlight>
                <a:latin typeface="Courier New" panose="02070309020205020404" pitchFamily="49" charset="0"/>
              </a:rPr>
              <a:t>-pattern&gt;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&lt;/servlet-mapping&gt;</a:t>
            </a:r>
          </a:p>
        </p:txBody>
      </p:sp>
      <p:sp>
        <p:nvSpPr>
          <p:cNvPr id="5" name="TextBox 4"/>
          <p:cNvSpPr txBox="1"/>
          <p:nvPr/>
        </p:nvSpPr>
        <p:spPr>
          <a:xfrm>
            <a:off x="551939" y="4217802"/>
            <a:ext cx="10935766" cy="2246769"/>
          </a:xfrm>
          <a:prstGeom prst="rect">
            <a:avLst/>
          </a:prstGeom>
          <a:solidFill>
            <a:schemeClr val="tx1"/>
          </a:solidFill>
        </p:spPr>
        <p:txBody>
          <a:bodyPr wrap="square" rtlCol="0">
            <a:spAutoFit/>
          </a:bodyPr>
          <a:lstStyle/>
          <a:p>
            <a:r>
              <a:rPr lang="en-US" sz="2000">
                <a:highlight>
                  <a:srgbClr val="FFFFFF"/>
                </a:highlight>
                <a:latin typeface="Courier New" panose="02070309020205020404" pitchFamily="49" charset="0"/>
              </a:rPr>
              <a:t>@Bean </a:t>
            </a:r>
            <a:r>
              <a:rPr lang="en-US" sz="2000">
                <a:solidFill>
                  <a:srgbClr val="8000FF"/>
                </a:solidFill>
                <a:highlight>
                  <a:srgbClr val="FFFFFF"/>
                </a:highlight>
                <a:latin typeface="Courier New" panose="02070309020205020404" pitchFamily="49" charset="0"/>
              </a:rPr>
              <a:t>public</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ServletRegistrationBean</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facesServletRegistration</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ServletRegistrationBean</a:t>
            </a:r>
            <a:r>
              <a:rPr lang="en-US" sz="2000">
                <a:highlight>
                  <a:srgbClr val="FFFFFF"/>
                </a:highlight>
                <a:latin typeface="Courier New" panose="02070309020205020404" pitchFamily="49" charset="0"/>
              </a:rPr>
              <a:t> registration </a:t>
            </a:r>
            <a:r>
              <a:rPr lang="en-US" sz="2000" b="1">
                <a:solidFill>
                  <a:srgbClr val="000080"/>
                </a:solidFill>
                <a:highlight>
                  <a:srgbClr val="FFFFFF"/>
                </a:highlight>
                <a:latin typeface="Courier New" panose="02070309020205020404" pitchFamily="49" charset="0"/>
              </a:rPr>
              <a:t>=</a:t>
            </a:r>
            <a:r>
              <a:rPr lang="en-US" sz="2000">
                <a:highlight>
                  <a:srgbClr val="FFFFFF"/>
                </a:highlight>
                <a:latin typeface="Courier New" panose="02070309020205020404" pitchFamily="49" charset="0"/>
              </a:rPr>
              <a:t> </a:t>
            </a:r>
            <a:r>
              <a:rPr lang="en-US" sz="2000" b="1">
                <a:solidFill>
                  <a:srgbClr val="0000FF"/>
                </a:solidFill>
                <a:highlight>
                  <a:srgbClr val="FFFFFF"/>
                </a:highlight>
                <a:latin typeface="Courier New" panose="02070309020205020404" pitchFamily="49" charset="0"/>
              </a:rPr>
              <a:t>new</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ServletRegistrationBean</a:t>
            </a:r>
            <a:r>
              <a:rPr lang="en-US" sz="2000" b="1">
                <a:solidFill>
                  <a:srgbClr val="000080"/>
                </a:solidFill>
                <a:highlight>
                  <a:srgbClr val="FFFFFF"/>
                </a:highlight>
                <a:latin typeface="Courier New" panose="02070309020205020404" pitchFamily="49" charset="0"/>
              </a:rPr>
              <a:t>(</a:t>
            </a:r>
            <a:r>
              <a:rPr lang="en-US" sz="2000" b="1">
                <a:solidFill>
                  <a:srgbClr val="0000FF"/>
                </a:solidFill>
                <a:highlight>
                  <a:srgbClr val="FFFFFF"/>
                </a:highlight>
                <a:latin typeface="Courier New" panose="02070309020205020404" pitchFamily="49" charset="0"/>
              </a:rPr>
              <a:t>new</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FacesServlet</a:t>
            </a:r>
            <a:r>
              <a:rPr lang="en-US" sz="2000" b="1">
                <a:solidFill>
                  <a:srgbClr val="000080"/>
                </a:solidFill>
                <a:highlight>
                  <a:srgbClr val="FFFFFF"/>
                </a:highlight>
                <a:latin typeface="Courier New" panose="02070309020205020404" pitchFamily="49" charset="0"/>
              </a:rPr>
              <a:t>(),</a:t>
            </a:r>
            <a:r>
              <a:rPr lang="en-US" sz="2000">
                <a:highlight>
                  <a:srgbClr val="FFFFFF"/>
                </a:highlight>
                <a:latin typeface="Courier New" panose="02070309020205020404" pitchFamily="49" charset="0"/>
              </a:rPr>
              <a:t> </a:t>
            </a:r>
            <a:r>
              <a:rPr lang="en-US" sz="2000">
                <a:solidFill>
                  <a:srgbClr val="808080"/>
                </a:solidFill>
                <a:highlight>
                  <a:srgbClr val="FFFFFF"/>
                </a:highlight>
                <a:latin typeface="Courier New" panose="02070309020205020404" pitchFamily="49" charset="0"/>
              </a:rPr>
              <a:t>"*.</a:t>
            </a:r>
            <a:r>
              <a:rPr lang="en-US" sz="2000" err="1">
                <a:solidFill>
                  <a:srgbClr val="808080"/>
                </a:solidFill>
                <a:highlight>
                  <a:srgbClr val="FFFFFF"/>
                </a:highlight>
                <a:latin typeface="Courier New" panose="02070309020205020404" pitchFamily="49" charset="0"/>
              </a:rPr>
              <a:t>jsf</a:t>
            </a:r>
            <a:r>
              <a:rPr lang="en-US" sz="2000">
                <a:solidFill>
                  <a:srgbClr val="808080"/>
                </a:solidFill>
                <a:highlight>
                  <a:srgbClr val="FFFFFF"/>
                </a:highlight>
                <a:latin typeface="Courier New" panose="02070309020205020404" pitchFamily="49" charset="0"/>
              </a:rPr>
              <a:t>"</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registration</a:t>
            </a:r>
            <a:r>
              <a:rPr lang="en-US" sz="2000" b="1" err="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setName</a:t>
            </a:r>
            <a:r>
              <a:rPr lang="en-US" sz="2000" b="1">
                <a:solidFill>
                  <a:srgbClr val="000080"/>
                </a:solidFill>
                <a:highlight>
                  <a:srgbClr val="FFFFFF"/>
                </a:highlight>
                <a:latin typeface="Courier New" panose="02070309020205020404" pitchFamily="49" charset="0"/>
              </a:rPr>
              <a:t>(</a:t>
            </a:r>
            <a:r>
              <a:rPr lang="en-US" sz="2000">
                <a:solidFill>
                  <a:srgbClr val="808080"/>
                </a:solidFill>
                <a:highlight>
                  <a:srgbClr val="FFFFFF"/>
                </a:highlight>
                <a:latin typeface="Courier New" panose="02070309020205020404" pitchFamily="49" charset="0"/>
              </a:rPr>
              <a:t>"</a:t>
            </a:r>
            <a:r>
              <a:rPr lang="en-US" sz="2000" err="1">
                <a:solidFill>
                  <a:srgbClr val="808080"/>
                </a:solidFill>
                <a:highlight>
                  <a:srgbClr val="FFFFFF"/>
                </a:highlight>
                <a:latin typeface="Courier New" panose="02070309020205020404" pitchFamily="49" charset="0"/>
              </a:rPr>
              <a:t>FacesServlet</a:t>
            </a:r>
            <a:r>
              <a:rPr lang="en-US" sz="2000">
                <a:solidFill>
                  <a:srgbClr val="808080"/>
                </a:solidFill>
                <a:highlight>
                  <a:srgbClr val="FFFFFF"/>
                </a:highlight>
                <a:latin typeface="Courier New" panose="02070309020205020404" pitchFamily="49" charset="0"/>
              </a:rPr>
              <a:t>"</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registration</a:t>
            </a:r>
            <a:r>
              <a:rPr lang="en-US" sz="2000" b="1" err="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setLoadOnStartup</a:t>
            </a:r>
            <a:r>
              <a:rPr lang="en-US" sz="2000" b="1">
                <a:solidFill>
                  <a:srgbClr val="000080"/>
                </a:solidFill>
                <a:highlight>
                  <a:srgbClr val="FFFFFF"/>
                </a:highlight>
                <a:latin typeface="Courier New" panose="02070309020205020404" pitchFamily="49" charset="0"/>
              </a:rPr>
              <a:t>(</a:t>
            </a:r>
            <a:r>
              <a:rPr lang="en-US" sz="2000">
                <a:solidFill>
                  <a:srgbClr val="FF8000"/>
                </a:solidFill>
                <a:highlight>
                  <a:srgbClr val="FFFFFF"/>
                </a:highlight>
                <a:latin typeface="Courier New" panose="02070309020205020404" pitchFamily="49" charset="0"/>
              </a:rPr>
              <a:t>1</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b="1">
                <a:solidFill>
                  <a:srgbClr val="0000FF"/>
                </a:solidFill>
                <a:highlight>
                  <a:srgbClr val="FFFFFF"/>
                </a:highlight>
                <a:latin typeface="Courier New" panose="02070309020205020404" pitchFamily="49" charset="0"/>
              </a:rPr>
              <a:t>return</a:t>
            </a:r>
            <a:r>
              <a:rPr lang="en-US" sz="2000">
                <a:highlight>
                  <a:srgbClr val="FFFFFF"/>
                </a:highlight>
                <a:latin typeface="Courier New" panose="02070309020205020404" pitchFamily="49" charset="0"/>
              </a:rPr>
              <a:t> registration</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b="1">
                <a:solidFill>
                  <a:srgbClr val="000080"/>
                </a:solidFill>
                <a:highlight>
                  <a:srgbClr val="FFFFFF"/>
                </a:highlight>
                <a:latin typeface="Courier New" panose="02070309020205020404" pitchFamily="49" charset="0"/>
              </a:rPr>
              <a:t>}</a:t>
            </a:r>
            <a:endParaRPr lang="en-US" sz="2000"/>
          </a:p>
        </p:txBody>
      </p:sp>
    </p:spTree>
    <p:extLst>
      <p:ext uri="{BB962C8B-B14F-4D97-AF65-F5344CB8AC3E}">
        <p14:creationId xmlns:p14="http://schemas.microsoft.com/office/powerpoint/2010/main" val="3828544807"/>
      </p:ext>
    </p:extLst>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idx="1"/>
          </p:nvPr>
        </p:nvSpPr>
        <p:spPr>
          <a:xfrm>
            <a:off x="1255595" y="370744"/>
            <a:ext cx="11075053" cy="6676008"/>
          </a:xfrm>
          <a:prstGeom prst="rect">
            <a:avLst/>
          </a:prstGeom>
          <a:noFill/>
          <a:ln>
            <a:noFill/>
          </a:ln>
        </p:spPr>
        <p:txBody>
          <a:bodyPr lIns="91425" tIns="45700" rIns="91425" bIns="45700" anchor="t" anchorCtr="0">
            <a:noAutofit/>
          </a:bodyPr>
          <a:lstStyle/>
          <a:p>
            <a:pPr marL="457200" indent="-393700">
              <a:lnSpc>
                <a:spcPct val="80000"/>
              </a:lnSpc>
              <a:spcBef>
                <a:spcPts val="0"/>
              </a:spcBef>
              <a:buClr>
                <a:srgbClr val="EDEDED"/>
              </a:buClr>
              <a:buSzPct val="100000"/>
            </a:pPr>
            <a:r>
              <a:rPr lang="en-US" sz="2800">
                <a:latin typeface="Calibri" pitchFamily="34" charset="0"/>
              </a:rPr>
              <a:t>Filters from web.xml translated into Spring Boot Configuration</a:t>
            </a:r>
            <a:endParaRPr lang="en-US" sz="2500"/>
          </a:p>
          <a:p>
            <a:pPr marL="457200" marR="0" lvl="0" indent="-393700" algn="l" rtl="0">
              <a:lnSpc>
                <a:spcPct val="80000"/>
              </a:lnSpc>
              <a:spcBef>
                <a:spcPts val="0"/>
              </a:spcBef>
              <a:spcAft>
                <a:spcPts val="0"/>
              </a:spcAft>
              <a:buClr>
                <a:srgbClr val="EDEDED"/>
              </a:buClr>
              <a:buSzPct val="100000"/>
              <a:buFont typeface="Arial"/>
              <a:buChar char="•"/>
            </a:pPr>
            <a:endParaRPr lang="en-US" sz="2500"/>
          </a:p>
          <a:p>
            <a:pPr marL="0" marR="0" lvl="0" indent="0" algn="l" rtl="0">
              <a:lnSpc>
                <a:spcPct val="80000"/>
              </a:lnSpc>
              <a:spcBef>
                <a:spcPts val="0"/>
              </a:spcBef>
              <a:spcAft>
                <a:spcPts val="0"/>
              </a:spcAft>
              <a:buNone/>
            </a:pPr>
            <a:endParaRPr lang="en-US"/>
          </a:p>
          <a:p>
            <a:pPr marL="0" marR="0" lvl="0" indent="0" algn="l" rtl="0">
              <a:lnSpc>
                <a:spcPct val="80000"/>
              </a:lnSpc>
              <a:spcBef>
                <a:spcPts val="0"/>
              </a:spcBef>
              <a:spcAft>
                <a:spcPts val="0"/>
              </a:spcAft>
              <a:buNone/>
            </a:pPr>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a:solidFill>
                <a:srgbClr val="0000FF"/>
              </a:solidFill>
              <a:highlight>
                <a:srgbClr val="FFFFFF"/>
              </a:highlight>
              <a:latin typeface="Courier New" panose="02070309020205020404" pitchFamily="49" charset="0"/>
            </a:endParaRPr>
          </a:p>
          <a:p>
            <a:pPr indent="0">
              <a:buNone/>
            </a:pPr>
            <a:endParaRPr lang="en-US" sz="1500" b="0" i="0" u="none" strike="noStrike" cap="none">
              <a:solidFill>
                <a:srgbClr val="EDEDED"/>
              </a:solidFill>
              <a:sym typeface="Calibri"/>
            </a:endParaRPr>
          </a:p>
        </p:txBody>
      </p:sp>
      <p:sp>
        <p:nvSpPr>
          <p:cNvPr id="4" name="TextBox 3"/>
          <p:cNvSpPr txBox="1"/>
          <p:nvPr/>
        </p:nvSpPr>
        <p:spPr>
          <a:xfrm>
            <a:off x="593244" y="977217"/>
            <a:ext cx="11096462" cy="2862322"/>
          </a:xfrm>
          <a:prstGeom prst="rect">
            <a:avLst/>
          </a:prstGeom>
          <a:solidFill>
            <a:schemeClr val="tx1"/>
          </a:solidFill>
        </p:spPr>
        <p:txBody>
          <a:bodyPr wrap="square" rtlCol="0">
            <a:spAutoFit/>
          </a:bodyPr>
          <a:lstStyle/>
          <a:p>
            <a:r>
              <a:rPr lang="en-US" sz="2000">
                <a:solidFill>
                  <a:srgbClr val="0000FF"/>
                </a:solidFill>
                <a:highlight>
                  <a:srgbClr val="FFFFFF"/>
                </a:highlight>
                <a:latin typeface="Courier New" panose="02070309020205020404" pitchFamily="49" charset="0"/>
              </a:rPr>
              <a:t>&lt;filter&gt;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&lt;filter-name&gt;</a:t>
            </a:r>
            <a:r>
              <a:rPr lang="en-US" sz="2000" b="1" err="1">
                <a:highlight>
                  <a:srgbClr val="FFFFFF"/>
                </a:highlight>
                <a:latin typeface="Courier New" panose="02070309020205020404" pitchFamily="49" charset="0"/>
              </a:rPr>
              <a:t>charEncodingFilter</a:t>
            </a:r>
            <a:r>
              <a:rPr lang="en-US" sz="2000">
                <a:solidFill>
                  <a:srgbClr val="0000FF"/>
                </a:solidFill>
                <a:highlight>
                  <a:srgbClr val="FFFFFF"/>
                </a:highlight>
                <a:latin typeface="Courier New" panose="02070309020205020404" pitchFamily="49" charset="0"/>
              </a:rPr>
              <a:t>&lt;/filter-name&gt;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&lt;filter-class&gt;</a:t>
            </a:r>
            <a:r>
              <a:rPr lang="en-US" sz="2000" b="1" err="1">
                <a:highlight>
                  <a:srgbClr val="FFFFFF"/>
                </a:highlight>
                <a:latin typeface="Courier New" panose="02070309020205020404" pitchFamily="49" charset="0"/>
              </a:rPr>
              <a:t>org.springframework.web.filter.CharacterEncodingFilter</a:t>
            </a:r>
            <a:r>
              <a:rPr lang="en-US" sz="2000">
                <a:solidFill>
                  <a:srgbClr val="0000FF"/>
                </a:solidFill>
                <a:highlight>
                  <a:srgbClr val="FFFFFF"/>
                </a:highlight>
                <a:latin typeface="Courier New" panose="02070309020205020404" pitchFamily="49" charset="0"/>
              </a:rPr>
              <a:t> &lt;/filter-class&gt;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&lt;/filter&gt;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&lt;filter-mapping&gt;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&lt;filter-name&gt;</a:t>
            </a:r>
            <a:r>
              <a:rPr lang="en-US" sz="2000" b="1" err="1">
                <a:highlight>
                  <a:srgbClr val="FFFFFF"/>
                </a:highlight>
                <a:latin typeface="Courier New" panose="02070309020205020404" pitchFamily="49" charset="0"/>
              </a:rPr>
              <a:t>charEncodingFilter</a:t>
            </a:r>
            <a:r>
              <a:rPr lang="en-US" sz="2000">
                <a:solidFill>
                  <a:srgbClr val="0000FF"/>
                </a:solidFill>
                <a:highlight>
                  <a:srgbClr val="FFFFFF"/>
                </a:highlight>
                <a:latin typeface="Courier New" panose="02070309020205020404" pitchFamily="49" charset="0"/>
              </a:rPr>
              <a:t>&lt;/filter-name&gt;</a:t>
            </a:r>
            <a:endParaRPr lang="en-US" sz="2000" b="1">
              <a:highlight>
                <a:srgbClr val="FFFFFF"/>
              </a:highlight>
              <a:latin typeface="Courier New" panose="02070309020205020404" pitchFamily="49" charset="0"/>
            </a:endParaRPr>
          </a:p>
          <a:p>
            <a:r>
              <a:rPr lang="en-US" sz="2000" b="1">
                <a:highlight>
                  <a:srgbClr val="FFFFFF"/>
                </a:highlight>
                <a:latin typeface="Courier New" panose="02070309020205020404" pitchFamily="49" charset="0"/>
              </a:rPr>
              <a:t>   </a:t>
            </a:r>
            <a:r>
              <a:rPr lang="en-US" sz="2000">
                <a:solidFill>
                  <a:srgbClr val="0000FF"/>
                </a:solidFill>
                <a:highlight>
                  <a:srgbClr val="FFFFFF"/>
                </a:highlight>
                <a:latin typeface="Courier New" panose="02070309020205020404" pitchFamily="49" charset="0"/>
              </a:rPr>
              <a:t>&lt;</a:t>
            </a:r>
            <a:r>
              <a:rPr lang="en-US" sz="2000" err="1">
                <a:solidFill>
                  <a:srgbClr val="0000FF"/>
                </a:solidFill>
                <a:highlight>
                  <a:srgbClr val="FFFFFF"/>
                </a:highlight>
                <a:latin typeface="Courier New" panose="02070309020205020404" pitchFamily="49" charset="0"/>
              </a:rPr>
              <a:t>url</a:t>
            </a:r>
            <a:r>
              <a:rPr lang="en-US" sz="2000">
                <a:solidFill>
                  <a:srgbClr val="0000FF"/>
                </a:solidFill>
                <a:highlight>
                  <a:srgbClr val="FFFFFF"/>
                </a:highlight>
                <a:latin typeface="Courier New" panose="02070309020205020404" pitchFamily="49" charset="0"/>
              </a:rPr>
              <a:t>-pattern&gt;</a:t>
            </a:r>
            <a:r>
              <a:rPr lang="en-US" sz="2000" b="1">
                <a:highlight>
                  <a:srgbClr val="FFFFFF"/>
                </a:highlight>
                <a:latin typeface="Courier New" panose="02070309020205020404" pitchFamily="49" charset="0"/>
              </a:rPr>
              <a:t>/*</a:t>
            </a:r>
            <a:r>
              <a:rPr lang="en-US" sz="2000">
                <a:solidFill>
                  <a:srgbClr val="0000FF"/>
                </a:solidFill>
                <a:highlight>
                  <a:srgbClr val="FFFFFF"/>
                </a:highlight>
                <a:latin typeface="Courier New" panose="02070309020205020404" pitchFamily="49" charset="0"/>
              </a:rPr>
              <a:t>&lt;/</a:t>
            </a:r>
            <a:r>
              <a:rPr lang="en-US" sz="2000" err="1">
                <a:solidFill>
                  <a:srgbClr val="0000FF"/>
                </a:solidFill>
                <a:highlight>
                  <a:srgbClr val="FFFFFF"/>
                </a:highlight>
                <a:latin typeface="Courier New" panose="02070309020205020404" pitchFamily="49" charset="0"/>
              </a:rPr>
              <a:t>url</a:t>
            </a:r>
            <a:r>
              <a:rPr lang="en-US" sz="2000">
                <a:solidFill>
                  <a:srgbClr val="0000FF"/>
                </a:solidFill>
                <a:highlight>
                  <a:srgbClr val="FFFFFF"/>
                </a:highlight>
                <a:latin typeface="Courier New" panose="02070309020205020404" pitchFamily="49" charset="0"/>
              </a:rPr>
              <a:t>-pattern&gt;</a:t>
            </a:r>
            <a:endParaRPr lang="en-US" sz="2000" b="1">
              <a:highlight>
                <a:srgbClr val="FFFFFF"/>
              </a:highlight>
              <a:latin typeface="Courier New" panose="02070309020205020404" pitchFamily="49" charset="0"/>
            </a:endParaRPr>
          </a:p>
          <a:p>
            <a:r>
              <a:rPr lang="en-US" sz="2000">
                <a:solidFill>
                  <a:srgbClr val="0000FF"/>
                </a:solidFill>
                <a:highlight>
                  <a:srgbClr val="FFFFFF"/>
                </a:highlight>
                <a:latin typeface="Courier New" panose="02070309020205020404" pitchFamily="49" charset="0"/>
              </a:rPr>
              <a:t>&lt;/filter-mapping&gt;</a:t>
            </a:r>
          </a:p>
        </p:txBody>
      </p:sp>
      <p:sp>
        <p:nvSpPr>
          <p:cNvPr id="5" name="TextBox 4"/>
          <p:cNvSpPr txBox="1"/>
          <p:nvPr/>
        </p:nvSpPr>
        <p:spPr>
          <a:xfrm>
            <a:off x="593244" y="4151552"/>
            <a:ext cx="11096462" cy="2246769"/>
          </a:xfrm>
          <a:prstGeom prst="rect">
            <a:avLst/>
          </a:prstGeom>
          <a:solidFill>
            <a:schemeClr val="tx1"/>
          </a:solidFill>
        </p:spPr>
        <p:txBody>
          <a:bodyPr wrap="square" rtlCol="0">
            <a:spAutoFit/>
          </a:bodyPr>
          <a:lstStyle/>
          <a:p>
            <a:r>
              <a:rPr lang="en-US" sz="2000">
                <a:highlight>
                  <a:srgbClr val="FFFFFF"/>
                </a:highlight>
                <a:latin typeface="Courier New" panose="02070309020205020404" pitchFamily="49" charset="0"/>
              </a:rPr>
              <a:t>@Bean </a:t>
            </a:r>
            <a:r>
              <a:rPr lang="en-US" sz="2000">
                <a:solidFill>
                  <a:srgbClr val="8000FF"/>
                </a:solidFill>
                <a:highlight>
                  <a:srgbClr val="FFFFFF"/>
                </a:highlight>
                <a:latin typeface="Courier New" panose="02070309020205020404" pitchFamily="49" charset="0"/>
              </a:rPr>
              <a:t>public</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FilterRegistrationBean</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charEncodingFilterRegistration</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FilterRegistrationBean</a:t>
            </a:r>
            <a:r>
              <a:rPr lang="en-US" sz="2000">
                <a:highlight>
                  <a:srgbClr val="FFFFFF"/>
                </a:highlight>
                <a:latin typeface="Courier New" panose="02070309020205020404" pitchFamily="49" charset="0"/>
              </a:rPr>
              <a:t> registration </a:t>
            </a:r>
            <a:r>
              <a:rPr lang="en-US" sz="2000" b="1">
                <a:solidFill>
                  <a:srgbClr val="000080"/>
                </a:solidFill>
                <a:highlight>
                  <a:srgbClr val="FFFFFF"/>
                </a:highlight>
                <a:latin typeface="Courier New" panose="02070309020205020404" pitchFamily="49" charset="0"/>
              </a:rPr>
              <a:t>=</a:t>
            </a:r>
            <a:r>
              <a:rPr lang="en-US" sz="2000">
                <a:highlight>
                  <a:srgbClr val="FFFFFF"/>
                </a:highlight>
                <a:latin typeface="Courier New" panose="02070309020205020404" pitchFamily="49" charset="0"/>
              </a:rPr>
              <a:t> </a:t>
            </a:r>
            <a:r>
              <a:rPr lang="en-US" sz="2000" b="1">
                <a:solidFill>
                  <a:srgbClr val="0000FF"/>
                </a:solidFill>
                <a:highlight>
                  <a:srgbClr val="FFFFFF"/>
                </a:highlight>
                <a:latin typeface="Courier New" panose="02070309020205020404" pitchFamily="49" charset="0"/>
              </a:rPr>
              <a:t>new</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FilterRegistrationBean</a:t>
            </a:r>
            <a:r>
              <a:rPr lang="en-US" sz="2000" b="1">
                <a:solidFill>
                  <a:srgbClr val="000080"/>
                </a:solidFill>
                <a:highlight>
                  <a:srgbClr val="FFFFFF"/>
                </a:highlight>
                <a:latin typeface="Courier New" panose="02070309020205020404" pitchFamily="49" charset="0"/>
              </a:rPr>
              <a:t>(</a:t>
            </a:r>
          </a:p>
          <a:p>
            <a:r>
              <a:rPr lang="en-US" sz="2000" b="1">
                <a:solidFill>
                  <a:srgbClr val="0000FF"/>
                </a:solidFill>
                <a:highlight>
                  <a:srgbClr val="FFFFFF"/>
                </a:highlight>
                <a:latin typeface="Courier New" panose="02070309020205020404" pitchFamily="49" charset="0"/>
              </a:rPr>
              <a:t>	new</a:t>
            </a:r>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CharacterEncodingFilter</a:t>
            </a:r>
            <a:r>
              <a:rPr lang="en-US" sz="2000" b="1">
                <a:solidFill>
                  <a:srgbClr val="000080"/>
                </a:solidFill>
                <a:highlight>
                  <a:srgbClr val="FFFFFF"/>
                </a:highlight>
                <a:latin typeface="Courier New" panose="02070309020205020404" pitchFamily="49" charset="0"/>
              </a:rPr>
              <a:t>(</a:t>
            </a:r>
            <a:r>
              <a:rPr lang="en-US" sz="2000">
                <a:solidFill>
                  <a:srgbClr val="808080"/>
                </a:solidFill>
                <a:highlight>
                  <a:srgbClr val="FFFFFF"/>
                </a:highlight>
                <a:latin typeface="Courier New" panose="02070309020205020404" pitchFamily="49" charset="0"/>
              </a:rPr>
              <a:t>"UTF-8"</a:t>
            </a:r>
            <a:r>
              <a:rPr lang="en-US" sz="2000" b="1">
                <a:solidFill>
                  <a:srgbClr val="000080"/>
                </a:solidFill>
                <a:highlight>
                  <a:srgbClr val="FFFFFF"/>
                </a:highlight>
                <a:latin typeface="Courier New" panose="02070309020205020404" pitchFamily="49" charset="0"/>
              </a:rPr>
              <a:t>,</a:t>
            </a:r>
            <a:r>
              <a:rPr lang="en-US" sz="2000">
                <a:highlight>
                  <a:srgbClr val="FFFFFF"/>
                </a:highlight>
                <a:latin typeface="Courier New" panose="02070309020205020404" pitchFamily="49" charset="0"/>
              </a:rPr>
              <a:t> </a:t>
            </a:r>
            <a:r>
              <a:rPr lang="en-US" sz="2000" b="1">
                <a:solidFill>
                  <a:srgbClr val="0000FF"/>
                </a:solidFill>
                <a:highlight>
                  <a:srgbClr val="FFFFFF"/>
                </a:highlight>
                <a:latin typeface="Courier New" panose="02070309020205020404" pitchFamily="49" charset="0"/>
              </a:rPr>
              <a:t>true</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registration</a:t>
            </a:r>
            <a:r>
              <a:rPr lang="en-US" sz="2000" b="1" err="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setName</a:t>
            </a:r>
            <a:r>
              <a:rPr lang="en-US" sz="2000" b="1">
                <a:solidFill>
                  <a:srgbClr val="000080"/>
                </a:solidFill>
                <a:highlight>
                  <a:srgbClr val="FFFFFF"/>
                </a:highlight>
                <a:latin typeface="Courier New" panose="02070309020205020404" pitchFamily="49" charset="0"/>
              </a:rPr>
              <a:t>(</a:t>
            </a:r>
            <a:r>
              <a:rPr lang="en-US" sz="2000">
                <a:solidFill>
                  <a:srgbClr val="808080"/>
                </a:solidFill>
                <a:highlight>
                  <a:srgbClr val="FFFFFF"/>
                </a:highlight>
                <a:latin typeface="Courier New" panose="02070309020205020404" pitchFamily="49" charset="0"/>
              </a:rPr>
              <a:t>"</a:t>
            </a:r>
            <a:r>
              <a:rPr lang="en-US" sz="2000" err="1">
                <a:solidFill>
                  <a:srgbClr val="808080"/>
                </a:solidFill>
                <a:highlight>
                  <a:srgbClr val="FFFFFF"/>
                </a:highlight>
                <a:latin typeface="Courier New" panose="02070309020205020404" pitchFamily="49" charset="0"/>
              </a:rPr>
              <a:t>charEncodingFilter</a:t>
            </a:r>
            <a:r>
              <a:rPr lang="en-US" sz="2000">
                <a:solidFill>
                  <a:srgbClr val="808080"/>
                </a:solidFill>
                <a:highlight>
                  <a:srgbClr val="FFFFFF"/>
                </a:highlight>
                <a:latin typeface="Courier New" panose="02070309020205020404" pitchFamily="49" charset="0"/>
              </a:rPr>
              <a:t>"</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err="1">
                <a:highlight>
                  <a:srgbClr val="FFFFFF"/>
                </a:highlight>
                <a:latin typeface="Courier New" panose="02070309020205020404" pitchFamily="49" charset="0"/>
              </a:rPr>
              <a:t>registration</a:t>
            </a:r>
            <a:r>
              <a:rPr lang="en-US" sz="2000" b="1" err="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setUrlPatterns</a:t>
            </a:r>
            <a:r>
              <a:rPr lang="en-US" sz="2000" b="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ImmutableList</a:t>
            </a:r>
            <a:r>
              <a:rPr lang="en-US" sz="2000" b="1" err="1">
                <a:solidFill>
                  <a:srgbClr val="000080"/>
                </a:solidFill>
                <a:highlight>
                  <a:srgbClr val="FFFFFF"/>
                </a:highlight>
                <a:latin typeface="Courier New" panose="02070309020205020404" pitchFamily="49" charset="0"/>
              </a:rPr>
              <a:t>.</a:t>
            </a:r>
            <a:r>
              <a:rPr lang="en-US" sz="2000" err="1">
                <a:highlight>
                  <a:srgbClr val="FFFFFF"/>
                </a:highlight>
                <a:latin typeface="Courier New" panose="02070309020205020404" pitchFamily="49" charset="0"/>
              </a:rPr>
              <a:t>of</a:t>
            </a:r>
            <a:r>
              <a:rPr lang="en-US" sz="2000" b="1">
                <a:solidFill>
                  <a:srgbClr val="000080"/>
                </a:solidFill>
                <a:highlight>
                  <a:srgbClr val="FFFFFF"/>
                </a:highlight>
                <a:latin typeface="Courier New" panose="02070309020205020404" pitchFamily="49" charset="0"/>
              </a:rPr>
              <a:t>(</a:t>
            </a:r>
            <a:r>
              <a:rPr lang="en-US" sz="2000">
                <a:solidFill>
                  <a:srgbClr val="808080"/>
                </a:solidFill>
                <a:highlight>
                  <a:srgbClr val="FFFFFF"/>
                </a:highlight>
                <a:latin typeface="Courier New" panose="02070309020205020404" pitchFamily="49" charset="0"/>
              </a:rPr>
              <a:t>"/*"</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a:highlight>
                  <a:srgbClr val="FFFFFF"/>
                </a:highlight>
                <a:latin typeface="Courier New" panose="02070309020205020404" pitchFamily="49" charset="0"/>
              </a:rPr>
              <a:t>   </a:t>
            </a:r>
            <a:r>
              <a:rPr lang="en-US" sz="2000" b="1">
                <a:solidFill>
                  <a:srgbClr val="0000FF"/>
                </a:solidFill>
                <a:highlight>
                  <a:srgbClr val="FFFFFF"/>
                </a:highlight>
                <a:latin typeface="Courier New" panose="02070309020205020404" pitchFamily="49" charset="0"/>
              </a:rPr>
              <a:t>return</a:t>
            </a:r>
            <a:r>
              <a:rPr lang="en-US" sz="2000">
                <a:highlight>
                  <a:srgbClr val="FFFFFF"/>
                </a:highlight>
                <a:latin typeface="Courier New" panose="02070309020205020404" pitchFamily="49" charset="0"/>
              </a:rPr>
              <a:t> registration</a:t>
            </a:r>
            <a:r>
              <a:rPr lang="en-US" sz="2000" b="1">
                <a:solidFill>
                  <a:srgbClr val="000080"/>
                </a:solidFill>
                <a:highlight>
                  <a:srgbClr val="FFFFFF"/>
                </a:highlight>
                <a:latin typeface="Courier New" panose="02070309020205020404" pitchFamily="49" charset="0"/>
              </a:rPr>
              <a:t>;</a:t>
            </a:r>
            <a:endParaRPr lang="en-US" sz="2000">
              <a:highlight>
                <a:srgbClr val="FFFFFF"/>
              </a:highlight>
              <a:latin typeface="Courier New" panose="02070309020205020404" pitchFamily="49" charset="0"/>
            </a:endParaRPr>
          </a:p>
          <a:p>
            <a:r>
              <a:rPr lang="en-US" sz="2000" b="1">
                <a:solidFill>
                  <a:srgbClr val="000080"/>
                </a:solidFill>
                <a:highlight>
                  <a:srgbClr val="FFFFFF"/>
                </a:highlight>
                <a:latin typeface="Courier New" panose="02070309020205020404" pitchFamily="49" charset="0"/>
              </a:rPr>
              <a:t>}</a:t>
            </a:r>
            <a:endParaRPr lang="en-US" sz="2000"/>
          </a:p>
        </p:txBody>
      </p:sp>
    </p:spTree>
    <p:extLst>
      <p:ext uri="{BB962C8B-B14F-4D97-AF65-F5344CB8AC3E}">
        <p14:creationId xmlns:p14="http://schemas.microsoft.com/office/powerpoint/2010/main" val="1791027521"/>
      </p:ext>
    </p:extLst>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idx="1"/>
          </p:nvPr>
        </p:nvSpPr>
        <p:spPr>
          <a:xfrm>
            <a:off x="268930" y="523418"/>
            <a:ext cx="11822986" cy="4351200"/>
          </a:xfrm>
          <a:prstGeom prst="rect">
            <a:avLst/>
          </a:prstGeom>
          <a:noFill/>
          <a:ln>
            <a:noFill/>
          </a:ln>
        </p:spPr>
        <p:txBody>
          <a:bodyPr lIns="91425" tIns="45700" rIns="91425" bIns="45700" anchor="t" anchorCtr="0">
            <a:noAutofit/>
          </a:bodyPr>
          <a:lstStyle/>
          <a:p>
            <a:pPr marL="457200" marR="0" lvl="0" indent="-393700" algn="ctr" rtl="0">
              <a:lnSpc>
                <a:spcPct val="80000"/>
              </a:lnSpc>
              <a:spcBef>
                <a:spcPts val="0"/>
              </a:spcBef>
              <a:spcAft>
                <a:spcPts val="0"/>
              </a:spcAft>
              <a:buClr>
                <a:srgbClr val="EDEDED"/>
              </a:buClr>
              <a:buSzPct val="100000"/>
              <a:buFont typeface="Arial"/>
              <a:buChar char="•"/>
            </a:pPr>
            <a:r>
              <a:rPr lang="en-US" sz="2800">
                <a:latin typeface="Calibri" pitchFamily="34" charset="0"/>
              </a:rPr>
              <a:t>Context parameters from web.xml translated into</a:t>
            </a:r>
          </a:p>
          <a:p>
            <a:pPr marL="63500" marR="0" lvl="0" indent="0" algn="ctr" rtl="0">
              <a:lnSpc>
                <a:spcPct val="80000"/>
              </a:lnSpc>
              <a:spcBef>
                <a:spcPts val="0"/>
              </a:spcBef>
              <a:spcAft>
                <a:spcPts val="0"/>
              </a:spcAft>
              <a:buClr>
                <a:srgbClr val="EDEDED"/>
              </a:buClr>
              <a:buSzPct val="100000"/>
              <a:buNone/>
            </a:pPr>
            <a:r>
              <a:rPr lang="en-US" sz="2800">
                <a:latin typeface="Calibri" pitchFamily="34" charset="0"/>
              </a:rPr>
              <a:t>Spring Boot Configuration</a:t>
            </a:r>
          </a:p>
          <a:p>
            <a:pPr marL="0" marR="0" lvl="0" indent="0" algn="ctr" rtl="0">
              <a:lnSpc>
                <a:spcPct val="80000"/>
              </a:lnSpc>
              <a:spcBef>
                <a:spcPts val="0"/>
              </a:spcBef>
              <a:spcAft>
                <a:spcPts val="0"/>
              </a:spcAft>
              <a:buNone/>
            </a:pPr>
            <a:endParaRPr/>
          </a:p>
          <a:p>
            <a:pPr indent="0" algn="ctr">
              <a:buNone/>
            </a:pPr>
            <a:endParaRPr lang="en-US" sz="2000">
              <a:solidFill>
                <a:srgbClr val="0000FF"/>
              </a:solidFill>
              <a:highlight>
                <a:srgbClr val="FFFFFF"/>
              </a:highlight>
              <a:latin typeface="Courier New" panose="02070309020205020404" pitchFamily="49" charset="0"/>
            </a:endParaRPr>
          </a:p>
          <a:p>
            <a:pPr marL="0" lvl="0" indent="0" algn="ctr">
              <a:buSzPct val="25000"/>
              <a:buNone/>
            </a:pPr>
            <a:endParaRPr lang="en-US" sz="1500"/>
          </a:p>
          <a:p>
            <a:pPr marL="0" lvl="0" indent="0" algn="ctr">
              <a:buSzPct val="25000"/>
              <a:buNone/>
            </a:pPr>
            <a:endParaRPr lang="en-US" sz="1500"/>
          </a:p>
          <a:p>
            <a:pPr marL="0" lvl="0" indent="0" algn="ctr">
              <a:buSzPct val="25000"/>
              <a:buNone/>
            </a:pPr>
            <a:endParaRPr lang="en-US" sz="1500"/>
          </a:p>
          <a:p>
            <a:pPr marL="0" lvl="0" indent="0" algn="ctr">
              <a:buSzPct val="25000"/>
              <a:buNone/>
            </a:pPr>
            <a:endParaRPr lang="en-US" sz="1500"/>
          </a:p>
          <a:p>
            <a:pPr marL="0" lvl="0" indent="0" algn="ctr">
              <a:buSzPct val="25000"/>
              <a:buNone/>
            </a:pPr>
            <a:endParaRPr lang="en-US" sz="1500"/>
          </a:p>
        </p:txBody>
      </p:sp>
      <p:sp>
        <p:nvSpPr>
          <p:cNvPr id="4" name="TextBox 3"/>
          <p:cNvSpPr txBox="1"/>
          <p:nvPr/>
        </p:nvSpPr>
        <p:spPr>
          <a:xfrm>
            <a:off x="305851" y="1583466"/>
            <a:ext cx="11562401" cy="2015936"/>
          </a:xfrm>
          <a:prstGeom prst="rect">
            <a:avLst/>
          </a:prstGeom>
          <a:solidFill>
            <a:schemeClr val="tx1"/>
          </a:solidFill>
        </p:spPr>
        <p:txBody>
          <a:bodyPr wrap="square" rtlCol="0">
            <a:spAutoFit/>
          </a:bodyPr>
          <a:lstStyle/>
          <a:p>
            <a:r>
              <a:rPr lang="en-US" sz="2500">
                <a:solidFill>
                  <a:srgbClr val="0000FF"/>
                </a:solidFill>
                <a:highlight>
                  <a:srgbClr val="FFFFFF"/>
                </a:highlight>
                <a:latin typeface="Courier New" panose="02070309020205020404" pitchFamily="49" charset="0"/>
              </a:rPr>
              <a:t>&lt;context-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&gt;</a:t>
            </a:r>
            <a:endParaRPr lang="en-US" sz="2500" b="1">
              <a:highlight>
                <a:srgbClr val="FFFFFF"/>
              </a:highlight>
              <a:latin typeface="Courier New" panose="02070309020205020404" pitchFamily="49" charset="0"/>
            </a:endParaRPr>
          </a:p>
          <a:p>
            <a:r>
              <a:rPr lang="en-US" sz="2500" b="1">
                <a:highlight>
                  <a:srgbClr val="FFFFFF"/>
                </a:highlight>
                <a:latin typeface="Courier New" panose="02070309020205020404" pitchFamily="49" charset="0"/>
              </a:rPr>
              <a:t>	</a:t>
            </a:r>
            <a:r>
              <a:rPr lang="en-US" sz="2500">
                <a:solidFill>
                  <a:srgbClr val="0000FF"/>
                </a:solidFill>
                <a:highlight>
                  <a:srgbClr val="FFFFFF"/>
                </a:highlight>
                <a:latin typeface="Courier New" panose="02070309020205020404" pitchFamily="49" charset="0"/>
              </a:rPr>
              <a:t>&lt;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-name&gt;</a:t>
            </a:r>
            <a:r>
              <a:rPr lang="en-US" sz="2500" b="1" err="1">
                <a:highlight>
                  <a:srgbClr val="FFFFFF"/>
                </a:highlight>
                <a:latin typeface="Courier New" panose="02070309020205020404" pitchFamily="49" charset="0"/>
              </a:rPr>
              <a:t>javax.faces.STATE_SAVING_METHOD</a:t>
            </a:r>
            <a:r>
              <a:rPr lang="en-US" sz="2500">
                <a:solidFill>
                  <a:srgbClr val="0000FF"/>
                </a:solidFill>
                <a:highlight>
                  <a:srgbClr val="FFFFFF"/>
                </a:highlight>
                <a:latin typeface="Courier New" panose="02070309020205020404" pitchFamily="49" charset="0"/>
              </a:rPr>
              <a:t>&lt;/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-name&gt;</a:t>
            </a:r>
            <a:endParaRPr lang="en-US" sz="2500" b="1">
              <a:highlight>
                <a:srgbClr val="FFFFFF"/>
              </a:highlight>
              <a:latin typeface="Courier New" panose="02070309020205020404" pitchFamily="49" charset="0"/>
            </a:endParaRPr>
          </a:p>
          <a:p>
            <a:r>
              <a:rPr lang="en-US" sz="2500" b="1">
                <a:highlight>
                  <a:srgbClr val="FFFFFF"/>
                </a:highlight>
                <a:latin typeface="Courier New" panose="02070309020205020404" pitchFamily="49" charset="0"/>
              </a:rPr>
              <a:t>	</a:t>
            </a:r>
            <a:r>
              <a:rPr lang="en-US" sz="2500">
                <a:solidFill>
                  <a:srgbClr val="0000FF"/>
                </a:solidFill>
                <a:highlight>
                  <a:srgbClr val="FFFFFF"/>
                </a:highlight>
                <a:latin typeface="Courier New" panose="02070309020205020404" pitchFamily="49" charset="0"/>
              </a:rPr>
              <a:t>&lt;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-value&gt;</a:t>
            </a:r>
            <a:r>
              <a:rPr lang="en-US" sz="2500" b="1">
                <a:highlight>
                  <a:srgbClr val="FFFFFF"/>
                </a:highlight>
                <a:latin typeface="Courier New" panose="02070309020205020404" pitchFamily="49" charset="0"/>
              </a:rPr>
              <a:t>server</a:t>
            </a:r>
            <a:r>
              <a:rPr lang="en-US" sz="2500">
                <a:solidFill>
                  <a:srgbClr val="0000FF"/>
                </a:solidFill>
                <a:highlight>
                  <a:srgbClr val="FFFFFF"/>
                </a:highlight>
                <a:latin typeface="Courier New" panose="02070309020205020404" pitchFamily="49" charset="0"/>
              </a:rPr>
              <a:t>&lt;/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-value&gt;</a:t>
            </a:r>
            <a:endParaRPr lang="en-US" sz="2500" b="1">
              <a:highlight>
                <a:srgbClr val="FFFFFF"/>
              </a:highlight>
              <a:latin typeface="Courier New" panose="02070309020205020404" pitchFamily="49" charset="0"/>
            </a:endParaRPr>
          </a:p>
          <a:p>
            <a:r>
              <a:rPr lang="en-US" sz="2500">
                <a:solidFill>
                  <a:srgbClr val="0000FF"/>
                </a:solidFill>
                <a:highlight>
                  <a:srgbClr val="FFFFFF"/>
                </a:highlight>
                <a:latin typeface="Courier New" panose="02070309020205020404" pitchFamily="49" charset="0"/>
              </a:rPr>
              <a:t>&lt;/context-</a:t>
            </a:r>
            <a:r>
              <a:rPr lang="en-US" sz="2500" err="1">
                <a:solidFill>
                  <a:srgbClr val="0000FF"/>
                </a:solidFill>
                <a:highlight>
                  <a:srgbClr val="FFFFFF"/>
                </a:highlight>
                <a:latin typeface="Courier New" panose="02070309020205020404" pitchFamily="49" charset="0"/>
              </a:rPr>
              <a:t>param</a:t>
            </a:r>
            <a:r>
              <a:rPr lang="en-US" sz="2500">
                <a:solidFill>
                  <a:srgbClr val="0000FF"/>
                </a:solidFill>
                <a:highlight>
                  <a:srgbClr val="FFFFFF"/>
                </a:highlight>
                <a:latin typeface="Courier New" panose="02070309020205020404" pitchFamily="49" charset="0"/>
              </a:rPr>
              <a:t>&gt;</a:t>
            </a:r>
            <a:endParaRPr lang="en-US" sz="2500">
              <a:solidFill>
                <a:srgbClr val="EDEDED"/>
              </a:solidFill>
              <a:sym typeface="Calibri"/>
            </a:endParaRPr>
          </a:p>
        </p:txBody>
      </p:sp>
      <p:sp>
        <p:nvSpPr>
          <p:cNvPr id="5" name="TextBox 4"/>
          <p:cNvSpPr txBox="1"/>
          <p:nvPr/>
        </p:nvSpPr>
        <p:spPr>
          <a:xfrm>
            <a:off x="305851" y="4177674"/>
            <a:ext cx="11562402" cy="2031325"/>
          </a:xfrm>
          <a:prstGeom prst="rect">
            <a:avLst/>
          </a:prstGeom>
          <a:solidFill>
            <a:schemeClr val="tx1"/>
          </a:solidFill>
        </p:spPr>
        <p:txBody>
          <a:bodyPr wrap="square" rtlCol="0">
            <a:spAutoFit/>
          </a:bodyPr>
          <a:lstStyle/>
          <a:p>
            <a:r>
              <a:rPr lang="en-US" sz="2100">
                <a:highlight>
                  <a:srgbClr val="FFFFFF"/>
                </a:highlight>
                <a:latin typeface="Courier New" panose="02070309020205020404" pitchFamily="49" charset="0"/>
              </a:rPr>
              <a:t>@Bean </a:t>
            </a:r>
            <a:r>
              <a:rPr lang="en-US" sz="2100">
                <a:solidFill>
                  <a:srgbClr val="8000FF"/>
                </a:solidFill>
                <a:highlight>
                  <a:srgbClr val="FFFFFF"/>
                </a:highlight>
                <a:latin typeface="Courier New" panose="02070309020205020404" pitchFamily="49" charset="0"/>
              </a:rPr>
              <a:t>public</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ServletContextInitializer</a:t>
            </a:r>
            <a:r>
              <a:rPr lang="en-US" sz="2100">
                <a:highlight>
                  <a:srgbClr val="FFFFFF"/>
                </a:highlight>
                <a:latin typeface="Courier New" panose="02070309020205020404" pitchFamily="49" charset="0"/>
              </a:rPr>
              <a:t> initializer</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b="1">
                <a:solidFill>
                  <a:srgbClr val="0000FF"/>
                </a:solidFill>
                <a:highlight>
                  <a:srgbClr val="FFFFFF"/>
                </a:highlight>
                <a:latin typeface="Courier New" panose="02070309020205020404" pitchFamily="49" charset="0"/>
              </a:rPr>
              <a:t>return</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servletContext</a:t>
            </a:r>
            <a:r>
              <a:rPr lang="en-US" sz="2100">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-&gt;</a:t>
            </a:r>
            <a:r>
              <a:rPr lang="en-US" sz="2100">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servletContext</a:t>
            </a:r>
            <a:r>
              <a:rPr lang="en-US" sz="2100" b="1" err="1">
                <a:solidFill>
                  <a:srgbClr val="000080"/>
                </a:solidFill>
                <a:highlight>
                  <a:srgbClr val="FFFFFF"/>
                </a:highlight>
                <a:latin typeface="Courier New" panose="02070309020205020404" pitchFamily="49" charset="0"/>
              </a:rPr>
              <a:t>.</a:t>
            </a:r>
            <a:r>
              <a:rPr lang="en-US" sz="2100" err="1">
                <a:highlight>
                  <a:srgbClr val="FFFFFF"/>
                </a:highlight>
                <a:latin typeface="Courier New" panose="02070309020205020404" pitchFamily="49" charset="0"/>
              </a:rPr>
              <a:t>setInitParameter</a:t>
            </a:r>
            <a:r>
              <a:rPr lang="en-US" sz="2100" b="1">
                <a:solidFill>
                  <a:srgbClr val="000080"/>
                </a:solidFill>
                <a:highlight>
                  <a:srgbClr val="FFFFFF"/>
                </a:highlight>
                <a:latin typeface="Courier New" panose="02070309020205020404" pitchFamily="49" charset="0"/>
              </a:rPr>
              <a:t>(</a:t>
            </a:r>
            <a:r>
              <a:rPr lang="en-US" sz="2100">
                <a:solidFill>
                  <a:srgbClr val="808080"/>
                </a:solidFill>
                <a:highlight>
                  <a:srgbClr val="FFFFFF"/>
                </a:highlight>
                <a:latin typeface="Courier New" panose="02070309020205020404" pitchFamily="49" charset="0"/>
              </a:rPr>
              <a:t>"</a:t>
            </a:r>
            <a:r>
              <a:rPr lang="en-US" sz="2100" err="1">
                <a:solidFill>
                  <a:srgbClr val="808080"/>
                </a:solidFill>
                <a:highlight>
                  <a:srgbClr val="FFFFFF"/>
                </a:highlight>
                <a:latin typeface="Courier New" panose="02070309020205020404" pitchFamily="49" charset="0"/>
              </a:rPr>
              <a:t>javax.faces.STATE_SAVING_METHOD</a:t>
            </a:r>
            <a:r>
              <a:rPr lang="en-US" sz="2100">
                <a:solidFill>
                  <a:srgbClr val="808080"/>
                </a:solidFill>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a:t>
            </a:r>
            <a:r>
              <a:rPr lang="en-US" sz="2100">
                <a:highlight>
                  <a:srgbClr val="FFFFFF"/>
                </a:highlight>
                <a:latin typeface="Courier New" panose="02070309020205020404" pitchFamily="49" charset="0"/>
              </a:rPr>
              <a:t> </a:t>
            </a:r>
            <a:r>
              <a:rPr lang="en-US" sz="2100">
                <a:solidFill>
                  <a:srgbClr val="808080"/>
                </a:solidFill>
                <a:highlight>
                  <a:srgbClr val="FFFFFF"/>
                </a:highlight>
                <a:latin typeface="Courier New" panose="02070309020205020404" pitchFamily="49" charset="0"/>
              </a:rPr>
              <a:t>"server"</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b="1">
                <a:solidFill>
                  <a:srgbClr val="000080"/>
                </a:solidFill>
                <a:highlight>
                  <a:srgbClr val="FFFFFF"/>
                </a:highlight>
                <a:latin typeface="Courier New" panose="02070309020205020404" pitchFamily="49" charset="0"/>
              </a:rPr>
              <a:t>}</a:t>
            </a:r>
            <a:endParaRPr lang="en-US" sz="2100"/>
          </a:p>
        </p:txBody>
      </p:sp>
    </p:spTree>
    <p:extLst>
      <p:ext uri="{BB962C8B-B14F-4D97-AF65-F5344CB8AC3E}">
        <p14:creationId xmlns:p14="http://schemas.microsoft.com/office/powerpoint/2010/main" val="1803476371"/>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idx="1"/>
          </p:nvPr>
        </p:nvSpPr>
        <p:spPr>
          <a:xfrm>
            <a:off x="68240" y="18473"/>
            <a:ext cx="11975977" cy="6858000"/>
          </a:xfrm>
          <a:prstGeom prst="rect">
            <a:avLst/>
          </a:prstGeom>
          <a:noFill/>
          <a:ln>
            <a:noFill/>
          </a:ln>
        </p:spPr>
        <p:txBody>
          <a:bodyPr lIns="91425" tIns="45700" rIns="91425" bIns="45700" anchor="t" anchorCtr="0">
            <a:noAutofit/>
          </a:bodyPr>
          <a:lstStyle/>
          <a:p>
            <a:pPr marL="63500" marR="0" lvl="0" indent="0" algn="ctr" rtl="0">
              <a:lnSpc>
                <a:spcPct val="80000"/>
              </a:lnSpc>
              <a:spcBef>
                <a:spcPts val="0"/>
              </a:spcBef>
              <a:spcAft>
                <a:spcPts val="0"/>
              </a:spcAft>
              <a:buClr>
                <a:srgbClr val="EDEDED"/>
              </a:buClr>
              <a:buSzPct val="100000"/>
              <a:buNone/>
            </a:pPr>
            <a:endParaRPr lang="en-US" sz="2500"/>
          </a:p>
          <a:p>
            <a:pPr marL="63500" marR="0" lvl="0" indent="0" algn="ctr" rtl="0">
              <a:lnSpc>
                <a:spcPct val="80000"/>
              </a:lnSpc>
              <a:spcBef>
                <a:spcPts val="0"/>
              </a:spcBef>
              <a:spcAft>
                <a:spcPts val="0"/>
              </a:spcAft>
              <a:buClr>
                <a:srgbClr val="EDEDED"/>
              </a:buClr>
              <a:buSzPct val="100000"/>
              <a:buNone/>
            </a:pPr>
            <a:endParaRPr lang="en-US" sz="2500"/>
          </a:p>
          <a:p>
            <a:pPr marL="457200" marR="0" lvl="0" indent="-393700" algn="ctr" rtl="0">
              <a:lnSpc>
                <a:spcPct val="80000"/>
              </a:lnSpc>
              <a:spcBef>
                <a:spcPts val="0"/>
              </a:spcBef>
              <a:spcAft>
                <a:spcPts val="0"/>
              </a:spcAft>
              <a:buClr>
                <a:srgbClr val="EDEDED"/>
              </a:buClr>
              <a:buSzPct val="100000"/>
              <a:buFont typeface="Arial"/>
              <a:buChar char="•"/>
            </a:pPr>
            <a:r>
              <a:rPr lang="en-US" sz="2800">
                <a:latin typeface="Calibri" pitchFamily="34" charset="0"/>
              </a:rPr>
              <a:t>Mime mappings defined in web.xml translated into</a:t>
            </a:r>
          </a:p>
          <a:p>
            <a:pPr marL="63500" marR="0" lvl="0" indent="0" algn="ctr" rtl="0">
              <a:lnSpc>
                <a:spcPct val="100000"/>
              </a:lnSpc>
              <a:spcBef>
                <a:spcPts val="0"/>
              </a:spcBef>
              <a:spcAft>
                <a:spcPts val="0"/>
              </a:spcAft>
              <a:buClr>
                <a:srgbClr val="EDEDED"/>
              </a:buClr>
              <a:buSzPct val="100000"/>
              <a:buNone/>
            </a:pPr>
            <a:r>
              <a:rPr lang="en-US" sz="2800">
                <a:latin typeface="Calibri" pitchFamily="34" charset="0"/>
              </a:rPr>
              <a:t>Spring Boot Configuration</a:t>
            </a:r>
            <a:endParaRPr lang="en-US" sz="2500">
              <a:latin typeface="Calibri" pitchFamily="34" charset="0"/>
            </a:endParaRPr>
          </a:p>
          <a:p>
            <a:pPr marL="0" marR="0" lvl="0" indent="0" algn="ctr" rtl="0">
              <a:lnSpc>
                <a:spcPct val="80000"/>
              </a:lnSpc>
              <a:spcBef>
                <a:spcPts val="0"/>
              </a:spcBef>
              <a:spcAft>
                <a:spcPts val="0"/>
              </a:spcAft>
              <a:buNone/>
            </a:pPr>
            <a:endParaRPr/>
          </a:p>
          <a:p>
            <a:pPr marL="0" lvl="0" indent="0" algn="ctr">
              <a:buSzPct val="25000"/>
              <a:buNone/>
            </a:pPr>
            <a:r>
              <a:rPr lang="en-US" sz="1500"/>
              <a:t>    </a:t>
            </a:r>
          </a:p>
          <a:p>
            <a:pPr marL="0" lvl="0" indent="0" algn="ctr">
              <a:buSzPct val="25000"/>
              <a:buNone/>
            </a:pPr>
            <a:endParaRPr lang="en-US" sz="1500"/>
          </a:p>
          <a:p>
            <a:pPr marL="0" lvl="0" indent="0" algn="ctr">
              <a:buSzPct val="25000"/>
              <a:buNone/>
            </a:pPr>
            <a:endParaRPr lang="en-US" sz="1500"/>
          </a:p>
          <a:p>
            <a:pPr marL="0" lvl="0" indent="0" algn="ctr">
              <a:buSzPct val="25000"/>
              <a:buNone/>
            </a:pPr>
            <a:endParaRPr lang="en-US" sz="1500"/>
          </a:p>
        </p:txBody>
      </p:sp>
      <p:sp>
        <p:nvSpPr>
          <p:cNvPr id="3" name="TextBox 2"/>
          <p:cNvSpPr txBox="1"/>
          <p:nvPr/>
        </p:nvSpPr>
        <p:spPr>
          <a:xfrm>
            <a:off x="389419" y="1747420"/>
            <a:ext cx="11422783" cy="1384995"/>
          </a:xfrm>
          <a:prstGeom prst="rect">
            <a:avLst/>
          </a:prstGeom>
          <a:solidFill>
            <a:schemeClr val="tx1"/>
          </a:solidFill>
        </p:spPr>
        <p:txBody>
          <a:bodyPr wrap="square" rtlCol="0">
            <a:spAutoFit/>
          </a:bodyPr>
          <a:lstStyle/>
          <a:p>
            <a:r>
              <a:rPr lang="en-US" sz="2100">
                <a:solidFill>
                  <a:srgbClr val="0000FF"/>
                </a:solidFill>
                <a:highlight>
                  <a:srgbClr val="FFFFFF"/>
                </a:highlight>
                <a:latin typeface="Courier New" panose="02070309020205020404" pitchFamily="49" charset="0"/>
              </a:rPr>
              <a:t>&lt;mime-mapping&gt;</a:t>
            </a:r>
            <a:endParaRPr lang="en-US" sz="2100" b="1">
              <a:highlight>
                <a:srgbClr val="FFFFFF"/>
              </a:highlight>
              <a:latin typeface="Courier New" panose="02070309020205020404" pitchFamily="49" charset="0"/>
            </a:endParaRPr>
          </a:p>
          <a:p>
            <a:r>
              <a:rPr lang="en-US" sz="2100" b="1">
                <a:highlight>
                  <a:srgbClr val="FFFFFF"/>
                </a:highlight>
                <a:latin typeface="Courier New" panose="02070309020205020404" pitchFamily="49" charset="0"/>
              </a:rPr>
              <a:t>	</a:t>
            </a:r>
            <a:r>
              <a:rPr lang="en-US" sz="2100">
                <a:solidFill>
                  <a:srgbClr val="0000FF"/>
                </a:solidFill>
                <a:highlight>
                  <a:srgbClr val="FFFFFF"/>
                </a:highlight>
                <a:latin typeface="Courier New" panose="02070309020205020404" pitchFamily="49" charset="0"/>
              </a:rPr>
              <a:t>&lt;extension&gt;</a:t>
            </a:r>
            <a:r>
              <a:rPr lang="en-US" sz="2100" b="1" err="1">
                <a:highlight>
                  <a:srgbClr val="FFFFFF"/>
                </a:highlight>
                <a:latin typeface="Courier New" panose="02070309020205020404" pitchFamily="49" charset="0"/>
              </a:rPr>
              <a:t>eot</a:t>
            </a:r>
            <a:r>
              <a:rPr lang="en-US" sz="2100">
                <a:solidFill>
                  <a:srgbClr val="0000FF"/>
                </a:solidFill>
                <a:highlight>
                  <a:srgbClr val="FFFFFF"/>
                </a:highlight>
                <a:latin typeface="Courier New" panose="02070309020205020404" pitchFamily="49" charset="0"/>
              </a:rPr>
              <a:t>&lt;/extension&gt;</a:t>
            </a:r>
            <a:endParaRPr lang="en-US" sz="2100" b="1">
              <a:highlight>
                <a:srgbClr val="FFFFFF"/>
              </a:highlight>
              <a:latin typeface="Courier New" panose="02070309020205020404" pitchFamily="49" charset="0"/>
            </a:endParaRPr>
          </a:p>
          <a:p>
            <a:r>
              <a:rPr lang="en-US" sz="2100" b="1">
                <a:highlight>
                  <a:srgbClr val="FFFFFF"/>
                </a:highlight>
                <a:latin typeface="Courier New" panose="02070309020205020404" pitchFamily="49" charset="0"/>
              </a:rPr>
              <a:t>	</a:t>
            </a:r>
            <a:r>
              <a:rPr lang="en-US" sz="2100">
                <a:solidFill>
                  <a:srgbClr val="0000FF"/>
                </a:solidFill>
                <a:highlight>
                  <a:srgbClr val="FFFFFF"/>
                </a:highlight>
                <a:latin typeface="Courier New" panose="02070309020205020404" pitchFamily="49" charset="0"/>
              </a:rPr>
              <a:t>&lt;mime-type&gt;</a:t>
            </a:r>
            <a:r>
              <a:rPr lang="en-US" sz="2100" b="1">
                <a:highlight>
                  <a:srgbClr val="FFFFFF"/>
                </a:highlight>
                <a:latin typeface="Courier New" panose="02070309020205020404" pitchFamily="49" charset="0"/>
              </a:rPr>
              <a:t>application/vnd.ms-</a:t>
            </a:r>
            <a:r>
              <a:rPr lang="en-US" sz="2100" b="1" err="1">
                <a:highlight>
                  <a:srgbClr val="FFFFFF"/>
                </a:highlight>
                <a:latin typeface="Courier New" panose="02070309020205020404" pitchFamily="49" charset="0"/>
              </a:rPr>
              <a:t>fontobject</a:t>
            </a:r>
            <a:r>
              <a:rPr lang="en-US" sz="2100">
                <a:solidFill>
                  <a:srgbClr val="0000FF"/>
                </a:solidFill>
                <a:highlight>
                  <a:srgbClr val="FFFFFF"/>
                </a:highlight>
                <a:latin typeface="Courier New" panose="02070309020205020404" pitchFamily="49" charset="0"/>
              </a:rPr>
              <a:t>&lt;/mime-type&gt;</a:t>
            </a:r>
            <a:endParaRPr lang="en-US" sz="2100" b="1">
              <a:highlight>
                <a:srgbClr val="FFFFFF"/>
              </a:highlight>
              <a:latin typeface="Courier New" panose="02070309020205020404" pitchFamily="49" charset="0"/>
            </a:endParaRPr>
          </a:p>
          <a:p>
            <a:r>
              <a:rPr lang="en-US" sz="2100">
                <a:solidFill>
                  <a:srgbClr val="0000FF"/>
                </a:solidFill>
                <a:highlight>
                  <a:srgbClr val="FFFFFF"/>
                </a:highlight>
                <a:latin typeface="Courier New" panose="02070309020205020404" pitchFamily="49" charset="0"/>
              </a:rPr>
              <a:t>&lt;/mime-mapping&gt;</a:t>
            </a:r>
            <a:endParaRPr lang="en-US" sz="2100"/>
          </a:p>
        </p:txBody>
      </p:sp>
      <p:sp>
        <p:nvSpPr>
          <p:cNvPr id="5" name="TextBox 4"/>
          <p:cNvSpPr txBox="1"/>
          <p:nvPr/>
        </p:nvSpPr>
        <p:spPr>
          <a:xfrm>
            <a:off x="389419" y="3471112"/>
            <a:ext cx="11422783" cy="2677656"/>
          </a:xfrm>
          <a:prstGeom prst="rect">
            <a:avLst/>
          </a:prstGeom>
          <a:solidFill>
            <a:schemeClr val="tx1"/>
          </a:solidFill>
        </p:spPr>
        <p:txBody>
          <a:bodyPr wrap="square" rtlCol="0">
            <a:spAutoFit/>
          </a:bodyPr>
          <a:lstStyle/>
          <a:p>
            <a:r>
              <a:rPr lang="en-US" sz="2100">
                <a:highlight>
                  <a:srgbClr val="FFFFFF"/>
                </a:highlight>
                <a:latin typeface="Courier New" panose="02070309020205020404" pitchFamily="49" charset="0"/>
              </a:rPr>
              <a:t>@Bean </a:t>
            </a:r>
            <a:r>
              <a:rPr lang="en-US" sz="2100">
                <a:solidFill>
                  <a:srgbClr val="8000FF"/>
                </a:solidFill>
                <a:highlight>
                  <a:srgbClr val="FFFFFF"/>
                </a:highlight>
                <a:latin typeface="Courier New" panose="02070309020205020404" pitchFamily="49" charset="0"/>
              </a:rPr>
              <a:t>public</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EmbeddedServletContainerCustomizer</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containerCustomizer</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b="1">
                <a:solidFill>
                  <a:srgbClr val="0000FF"/>
                </a:solidFill>
                <a:highlight>
                  <a:srgbClr val="FFFFFF"/>
                </a:highlight>
                <a:latin typeface="Courier New" panose="02070309020205020404" pitchFamily="49" charset="0"/>
              </a:rPr>
              <a:t>return</a:t>
            </a:r>
            <a:r>
              <a:rPr lang="en-US" sz="2100">
                <a:highlight>
                  <a:srgbClr val="FFFFFF"/>
                </a:highlight>
                <a:latin typeface="Courier New" panose="02070309020205020404" pitchFamily="49" charset="0"/>
              </a:rPr>
              <a:t> container </a:t>
            </a:r>
            <a:r>
              <a:rPr lang="en-US" sz="2100" b="1">
                <a:solidFill>
                  <a:srgbClr val="000080"/>
                </a:solidFill>
                <a:highlight>
                  <a:srgbClr val="FFFFFF"/>
                </a:highlight>
                <a:latin typeface="Courier New" panose="02070309020205020404" pitchFamily="49" charset="0"/>
              </a:rPr>
              <a:t>-&gt;</a:t>
            </a:r>
            <a:r>
              <a:rPr lang="en-US" sz="2100">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MimeMappings</a:t>
            </a:r>
            <a:r>
              <a:rPr lang="en-US" sz="2100">
                <a:highlight>
                  <a:srgbClr val="FFFFFF"/>
                </a:highlight>
                <a:latin typeface="Courier New" panose="02070309020205020404" pitchFamily="49" charset="0"/>
              </a:rPr>
              <a:t> mappings </a:t>
            </a:r>
            <a:r>
              <a:rPr lang="en-US" sz="2100" b="1">
                <a:solidFill>
                  <a:srgbClr val="000080"/>
                </a:solidFill>
                <a:highlight>
                  <a:srgbClr val="FFFFFF"/>
                </a:highlight>
                <a:latin typeface="Courier New" panose="02070309020205020404" pitchFamily="49" charset="0"/>
              </a:rPr>
              <a:t>=</a:t>
            </a:r>
            <a:r>
              <a:rPr lang="en-US" sz="2100">
                <a:highlight>
                  <a:srgbClr val="FFFFFF"/>
                </a:highlight>
                <a:latin typeface="Courier New" panose="02070309020205020404" pitchFamily="49" charset="0"/>
              </a:rPr>
              <a:t> </a:t>
            </a:r>
            <a:r>
              <a:rPr lang="en-US" sz="2100" b="1">
                <a:solidFill>
                  <a:srgbClr val="0000FF"/>
                </a:solidFill>
                <a:highlight>
                  <a:srgbClr val="FFFFFF"/>
                </a:highlight>
                <a:latin typeface="Courier New" panose="02070309020205020404" pitchFamily="49" charset="0"/>
              </a:rPr>
              <a:t>new</a:t>
            </a:r>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MimeMappings</a:t>
            </a:r>
            <a:r>
              <a:rPr lang="en-US" sz="2100" b="1">
                <a:solidFill>
                  <a:srgbClr val="000080"/>
                </a:solidFill>
                <a:highlight>
                  <a:srgbClr val="FFFFFF"/>
                </a:highlight>
                <a:latin typeface="Courier New" panose="02070309020205020404" pitchFamily="49" charset="0"/>
              </a:rPr>
              <a:t>(</a:t>
            </a:r>
            <a:r>
              <a:rPr lang="en-US" sz="2100" err="1">
                <a:highlight>
                  <a:srgbClr val="FFFFFF"/>
                </a:highlight>
                <a:latin typeface="Courier New" panose="02070309020205020404" pitchFamily="49" charset="0"/>
              </a:rPr>
              <a:t>MimeMappings</a:t>
            </a:r>
            <a:r>
              <a:rPr lang="en-US" sz="2100" b="1" err="1">
                <a:solidFill>
                  <a:srgbClr val="000080"/>
                </a:solidFill>
                <a:highlight>
                  <a:srgbClr val="FFFFFF"/>
                </a:highlight>
                <a:latin typeface="Courier New" panose="02070309020205020404" pitchFamily="49" charset="0"/>
              </a:rPr>
              <a:t>.</a:t>
            </a:r>
            <a:r>
              <a:rPr lang="en-US" sz="2100" err="1">
                <a:highlight>
                  <a:srgbClr val="FFFFFF"/>
                </a:highlight>
                <a:latin typeface="Courier New" panose="02070309020205020404" pitchFamily="49" charset="0"/>
              </a:rPr>
              <a:t>DEFAULT</a:t>
            </a:r>
            <a:r>
              <a:rPr lang="en-US" sz="2100" b="1">
                <a:solidFill>
                  <a:srgbClr val="000080"/>
                </a:solidFill>
                <a:highlight>
                  <a:srgbClr val="FFFFFF"/>
                </a:highlight>
                <a:latin typeface="Courier New" panose="02070309020205020404" pitchFamily="49" charset="0"/>
              </a:rPr>
              <a:t>);   </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mappings</a:t>
            </a:r>
            <a:r>
              <a:rPr lang="en-US" sz="2100" b="1" err="1">
                <a:solidFill>
                  <a:srgbClr val="000080"/>
                </a:solidFill>
                <a:highlight>
                  <a:srgbClr val="FFFFFF"/>
                </a:highlight>
                <a:latin typeface="Courier New" panose="02070309020205020404" pitchFamily="49" charset="0"/>
              </a:rPr>
              <a:t>.</a:t>
            </a:r>
            <a:r>
              <a:rPr lang="en-US" sz="2100" err="1">
                <a:highlight>
                  <a:srgbClr val="FFFFFF"/>
                </a:highlight>
                <a:latin typeface="Courier New" panose="02070309020205020404" pitchFamily="49" charset="0"/>
              </a:rPr>
              <a:t>add</a:t>
            </a:r>
            <a:r>
              <a:rPr lang="en-US" sz="2100" b="1">
                <a:solidFill>
                  <a:srgbClr val="000080"/>
                </a:solidFill>
                <a:highlight>
                  <a:srgbClr val="FFFFFF"/>
                </a:highlight>
                <a:latin typeface="Courier New" panose="02070309020205020404" pitchFamily="49" charset="0"/>
              </a:rPr>
              <a:t>(</a:t>
            </a:r>
            <a:r>
              <a:rPr lang="en-US" sz="2100">
                <a:solidFill>
                  <a:srgbClr val="808080"/>
                </a:solidFill>
                <a:highlight>
                  <a:srgbClr val="FFFFFF"/>
                </a:highlight>
                <a:latin typeface="Courier New" panose="02070309020205020404" pitchFamily="49" charset="0"/>
              </a:rPr>
              <a:t>"</a:t>
            </a:r>
            <a:r>
              <a:rPr lang="en-US" sz="2100" err="1">
                <a:solidFill>
                  <a:srgbClr val="808080"/>
                </a:solidFill>
                <a:highlight>
                  <a:srgbClr val="FFFFFF"/>
                </a:highlight>
                <a:latin typeface="Courier New" panose="02070309020205020404" pitchFamily="49" charset="0"/>
              </a:rPr>
              <a:t>eot</a:t>
            </a:r>
            <a:r>
              <a:rPr lang="en-US" sz="2100">
                <a:solidFill>
                  <a:srgbClr val="808080"/>
                </a:solidFill>
                <a:highlight>
                  <a:srgbClr val="FFFFFF"/>
                </a:highlight>
                <a:latin typeface="Courier New" panose="02070309020205020404" pitchFamily="49" charset="0"/>
              </a:rPr>
              <a:t>"</a:t>
            </a:r>
            <a:r>
              <a:rPr lang="en-US" sz="2100" b="1">
                <a:solidFill>
                  <a:srgbClr val="000080"/>
                </a:solidFill>
                <a:highlight>
                  <a:srgbClr val="FFFFFF"/>
                </a:highlight>
                <a:latin typeface="Courier New" panose="02070309020205020404" pitchFamily="49" charset="0"/>
              </a:rPr>
              <a:t>,</a:t>
            </a:r>
            <a:r>
              <a:rPr lang="en-US" sz="2100">
                <a:highlight>
                  <a:srgbClr val="FFFFFF"/>
                </a:highlight>
                <a:latin typeface="Courier New" panose="02070309020205020404" pitchFamily="49" charset="0"/>
              </a:rPr>
              <a:t> </a:t>
            </a:r>
            <a:r>
              <a:rPr lang="en-US" sz="2100">
                <a:solidFill>
                  <a:srgbClr val="808080"/>
                </a:solidFill>
                <a:highlight>
                  <a:srgbClr val="FFFFFF"/>
                </a:highlight>
                <a:latin typeface="Courier New" panose="02070309020205020404" pitchFamily="49" charset="0"/>
              </a:rPr>
              <a:t>"application/vnd.ms-</a:t>
            </a:r>
            <a:r>
              <a:rPr lang="en-US" sz="2100" err="1">
                <a:solidFill>
                  <a:srgbClr val="808080"/>
                </a:solidFill>
                <a:highlight>
                  <a:srgbClr val="FFFFFF"/>
                </a:highlight>
                <a:latin typeface="Courier New" panose="02070309020205020404" pitchFamily="49" charset="0"/>
              </a:rPr>
              <a:t>fontobject</a:t>
            </a:r>
            <a:r>
              <a:rPr lang="en-US" sz="2100">
                <a:solidFill>
                  <a:srgbClr val="808080"/>
                </a:solidFill>
                <a:highlight>
                  <a:srgbClr val="FFFFFF"/>
                </a:highlight>
                <a:latin typeface="Courier New" panose="02070309020205020404" pitchFamily="49" charset="0"/>
              </a:rPr>
              <a:t>"</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err="1">
                <a:highlight>
                  <a:srgbClr val="FFFFFF"/>
                </a:highlight>
                <a:latin typeface="Courier New" panose="02070309020205020404" pitchFamily="49" charset="0"/>
              </a:rPr>
              <a:t>container</a:t>
            </a:r>
            <a:r>
              <a:rPr lang="en-US" sz="2100" b="1" err="1">
                <a:solidFill>
                  <a:srgbClr val="000080"/>
                </a:solidFill>
                <a:highlight>
                  <a:srgbClr val="FFFFFF"/>
                </a:highlight>
                <a:latin typeface="Courier New" panose="02070309020205020404" pitchFamily="49" charset="0"/>
              </a:rPr>
              <a:t>.</a:t>
            </a:r>
            <a:r>
              <a:rPr lang="en-US" sz="2100" err="1">
                <a:highlight>
                  <a:srgbClr val="FFFFFF"/>
                </a:highlight>
                <a:latin typeface="Courier New" panose="02070309020205020404" pitchFamily="49" charset="0"/>
              </a:rPr>
              <a:t>setMimeMappings</a:t>
            </a:r>
            <a:r>
              <a:rPr lang="en-US" sz="2100" b="1">
                <a:solidFill>
                  <a:srgbClr val="000080"/>
                </a:solidFill>
                <a:highlight>
                  <a:srgbClr val="FFFFFF"/>
                </a:highlight>
                <a:latin typeface="Courier New" panose="02070309020205020404" pitchFamily="49" charset="0"/>
              </a:rPr>
              <a:t>(</a:t>
            </a:r>
            <a:r>
              <a:rPr lang="en-US" sz="2100">
                <a:highlight>
                  <a:srgbClr val="FFFFFF"/>
                </a:highlight>
                <a:latin typeface="Courier New" panose="02070309020205020404" pitchFamily="49" charset="0"/>
              </a:rPr>
              <a:t>mappings</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a:highlight>
                  <a:srgbClr val="FFFFFF"/>
                </a:highlight>
                <a:latin typeface="Courier New" panose="02070309020205020404" pitchFamily="49" charset="0"/>
              </a:rPr>
              <a:t>	</a:t>
            </a:r>
            <a:r>
              <a:rPr lang="en-US" sz="2100" b="1">
                <a:solidFill>
                  <a:srgbClr val="000080"/>
                </a:solidFill>
                <a:highlight>
                  <a:srgbClr val="FFFFFF"/>
                </a:highlight>
                <a:latin typeface="Courier New" panose="02070309020205020404" pitchFamily="49" charset="0"/>
              </a:rPr>
              <a:t>};</a:t>
            </a:r>
            <a:endParaRPr lang="en-US" sz="2100">
              <a:highlight>
                <a:srgbClr val="FFFFFF"/>
              </a:highlight>
              <a:latin typeface="Courier New" panose="02070309020205020404" pitchFamily="49" charset="0"/>
            </a:endParaRPr>
          </a:p>
          <a:p>
            <a:r>
              <a:rPr lang="en-US" sz="2100" b="1">
                <a:solidFill>
                  <a:srgbClr val="000080"/>
                </a:solidFill>
                <a:highlight>
                  <a:srgbClr val="FFFFFF"/>
                </a:highlight>
                <a:latin typeface="Courier New" panose="02070309020205020404" pitchFamily="49" charset="0"/>
              </a:rPr>
              <a:t>}</a:t>
            </a:r>
            <a:endParaRPr lang="en-US" sz="2100"/>
          </a:p>
        </p:txBody>
      </p:sp>
    </p:spTree>
    <p:extLst>
      <p:ext uri="{BB962C8B-B14F-4D97-AF65-F5344CB8AC3E}">
        <p14:creationId xmlns:p14="http://schemas.microsoft.com/office/powerpoint/2010/main" val="287081652"/>
      </p:ext>
    </p:extLst>
  </p:cSld>
  <p:clrMapOvr>
    <a:masterClrMapping/>
  </p:clrMapOvr>
  <p:transition>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Shape 249"/>
          <p:cNvSpPr txBox="1">
            <a:spLocks noGrp="1"/>
          </p:cNvSpPr>
          <p:nvPr>
            <p:ph type="title"/>
          </p:nvPr>
        </p:nvSpPr>
        <p:spPr>
          <a:xfrm>
            <a:off x="814267" y="2615816"/>
            <a:ext cx="10515599" cy="1325562"/>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spcAft>
                <a:spcPts val="0"/>
              </a:spcAft>
              <a:buClr>
                <a:srgbClr val="EDEDED"/>
              </a:buClr>
              <a:buSzPct val="25000"/>
              <a:buFont typeface="Calibri"/>
              <a:buNone/>
            </a:pPr>
            <a:r>
              <a:rPr lang="en-US" sz="10000" b="0" i="0" u="none" strike="noStrike" cap="none">
                <a:solidFill>
                  <a:srgbClr val="EDEDED"/>
                </a:solidFill>
                <a:latin typeface="Calibri"/>
                <a:ea typeface="Calibri"/>
                <a:cs typeface="Calibri"/>
                <a:sym typeface="Calibri"/>
              </a:rPr>
              <a:t>DEMO</a:t>
            </a:r>
          </a:p>
        </p:txBody>
      </p:sp>
    </p:spTree>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Shape 255"/>
          <p:cNvSpPr txBox="1">
            <a:spLocks noGrp="1"/>
          </p:cNvSpPr>
          <p:nvPr>
            <p:ph type="title"/>
          </p:nvPr>
        </p:nvSpPr>
        <p:spPr>
          <a:xfrm>
            <a:off x="841563" y="2643112"/>
            <a:ext cx="10515599" cy="1325562"/>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spcAft>
                <a:spcPts val="0"/>
              </a:spcAft>
              <a:buClr>
                <a:srgbClr val="EDEDED"/>
              </a:buClr>
              <a:buSzPct val="25000"/>
              <a:buFont typeface="Calibri"/>
              <a:buNone/>
            </a:pPr>
            <a:r>
              <a:rPr lang="en-US" sz="10000" b="0" i="0" u="none" strike="noStrike" cap="none">
                <a:solidFill>
                  <a:srgbClr val="EDEDED"/>
                </a:solidFill>
                <a:latin typeface="Calibri"/>
                <a:ea typeface="Calibri"/>
                <a:cs typeface="Calibri"/>
                <a:sym typeface="Calibri"/>
              </a:rPr>
              <a:t>Q&amp;A?</a:t>
            </a:r>
          </a:p>
        </p:txBody>
      </p:sp>
    </p:spTree>
  </p:cSld>
  <p:clrMapOvr>
    <a:masterClrMapping/>
  </p:clrMapOvr>
  <p:transition>
    <p:wipe dir="d"/>
  </p:transition>
</p:sld>
</file>

<file path=ppt/theme/_rels/theme3.xml.rels><?xml version="1.0" encoding="UTF-8" standalone="yes"?>
<Relationships xmlns="http://schemas.openxmlformats.org/package/2006/relationships"><Relationship Id="rId1" Type="http://schemas.openxmlformats.org/officeDocument/2006/relationships/image" Target="../media/image9.jpeg"/></Relationships>
</file>

<file path=ppt/theme/theme1.xml><?xml version="1.0" encoding="utf-8"?>
<a:theme xmlns:a="http://schemas.openxmlformats.org/drawingml/2006/main" name="SynygyPresentationTemplate">
  <a:themeElements>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 Template_200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 Template_200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 Template_200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 Template_200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 Template_200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 Template_200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tymyze PPT Template 2016" id="{90D8768A-FC69-4EC3-AF32-B55E436B666A}" vid="{CD4C2971-0DC6-4594-A1D2-EAEF2E17AAF6}"/>
    </a:ext>
  </a:extLst>
</a:theme>
</file>

<file path=ppt/theme/theme2.xml><?xml version="1.0" encoding="utf-8"?>
<a:theme xmlns:a="http://schemas.openxmlformats.org/drawingml/2006/main" name="Optymyze PPT Template_2014">
  <a:themeElements>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 Template_200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 Template_200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 Template_200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 Template_200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 Template_200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 Template_200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tymyze PPT Template 2016" id="{90D8768A-FC69-4EC3-AF32-B55E436B666A}" vid="{6206493D-6E37-407F-948D-4D038A9AEAA0}"/>
    </a:ext>
  </a:extLst>
</a:theme>
</file>

<file path=ppt/theme/theme3.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4.xml><?xml version="1.0" encoding="utf-8"?>
<a:theme xmlns:a="http://schemas.openxmlformats.org/drawingml/2006/main" name="1_Optymyze PPT Template_2014">
  <a:themeElements>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 Template_200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 Template_200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 Template_200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 Template_200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 Template_200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 Template_200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tymyze PPT template 2016" id="{86736702-863C-44EA-A980-6ACE6414415F}" vid="{FE2FA262-20BF-4EB6-90F4-B5BE65ADCDC3}"/>
    </a:ext>
  </a:extLst>
</a:theme>
</file>

<file path=ppt/theme/theme5.xml><?xml version="1.0" encoding="utf-8"?>
<a:theme xmlns:a="http://schemas.openxmlformats.org/drawingml/2006/main" name="1_SynygyPresentationTemplate">
  <a:themeElements>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tion Template_20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 Template_200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 Template_200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 Template_200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 Template_200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 Template_200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 Template_200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tymyze PPT template 2016" id="{86736702-863C-44EA-A980-6ACE6414415F}" vid="{5567B078-B3D4-44C3-AB94-194D24EB7C7D}"/>
    </a:ext>
  </a:extLst>
</a:theme>
</file>

<file path=ppt/theme/theme6.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Optymyze PPT Template 2016</Template>
  <TotalTime>1123</TotalTime>
  <Words>1389</Words>
  <Application>Microsoft Office PowerPoint</Application>
  <PresentationFormat>Widescreen</PresentationFormat>
  <Paragraphs>256</Paragraphs>
  <Slides>25</Slides>
  <Notes>23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25</vt:i4>
      </vt:variant>
    </vt:vector>
  </HeadingPairs>
  <TitlesOfParts>
    <vt:vector size="38" baseType="lpstr">
      <vt:lpstr>Arial</vt:lpstr>
      <vt:lpstr>Arial Black</vt:lpstr>
      <vt:lpstr>Calibri</vt:lpstr>
      <vt:lpstr>Courier New</vt:lpstr>
      <vt:lpstr>Franklin Gothic Medium</vt:lpstr>
      <vt:lpstr>Lora</vt:lpstr>
      <vt:lpstr>Times New Roman</vt:lpstr>
      <vt:lpstr>Tw Cen MT</vt:lpstr>
      <vt:lpstr>SynygyPresentationTemplate</vt:lpstr>
      <vt:lpstr>Optymyze PPT Template_2014</vt:lpstr>
      <vt:lpstr>Circuit</vt:lpstr>
      <vt:lpstr>1_Optymyze PPT Template_2014</vt:lpstr>
      <vt:lpstr>1_SynygyPresentationTemplate</vt:lpstr>
      <vt:lpstr>Spring Boot  </vt:lpstr>
      <vt:lpstr>Nội dung </vt:lpstr>
      <vt:lpstr>Spring Boot là gì?</vt:lpstr>
      <vt:lpstr>PowerPoint Presentation</vt:lpstr>
      <vt:lpstr>Goals</vt:lpstr>
      <vt:lpstr>Goals</vt:lpstr>
      <vt:lpstr>PowerPoint Presentation</vt:lpstr>
      <vt:lpstr>Spring Boot Starters module</vt:lpstr>
      <vt:lpstr>PowerPoint Presentation</vt:lpstr>
      <vt:lpstr>Spring Boot CLI module</vt:lpstr>
      <vt:lpstr>Goals</vt:lpstr>
      <vt:lpstr>PowerPoint Presentation</vt:lpstr>
      <vt:lpstr>Spring Boot Autoconfigure module</vt:lpstr>
      <vt:lpstr>Goals</vt:lpstr>
      <vt:lpstr>PowerPoint Presentation</vt:lpstr>
      <vt:lpstr>Spring Boot Actuator module</vt:lpstr>
      <vt:lpstr>Externalized Configuration</vt:lpstr>
      <vt:lpstr>Externalized Configuration</vt:lpstr>
      <vt:lpstr>Goals</vt:lpstr>
      <vt:lpstr>PowerPoint Presentation</vt:lpstr>
      <vt:lpstr>PowerPoint Presentation</vt:lpstr>
      <vt:lpstr>PowerPoint Presentation</vt:lpstr>
      <vt:lpstr>PowerPoint Presentation</vt:lpstr>
      <vt:lpstr>DEMO</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Boot - End of WAR?</dc:title>
  <dc:creator>Sanduta, Gloria</dc:creator>
  <cp:lastModifiedBy>MY-PC</cp:lastModifiedBy>
  <cp:revision>411</cp:revision>
  <dcterms:modified xsi:type="dcterms:W3CDTF">2021-04-22T03:50:51Z</dcterms:modified>
</cp:coreProperties>
</file>